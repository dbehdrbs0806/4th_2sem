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95" r:id="rId5"/>
    <p:sldId id="260" r:id="rId6"/>
    <p:sldId id="296" r:id="rId7"/>
    <p:sldId id="284" r:id="rId8"/>
    <p:sldId id="297" r:id="rId9"/>
    <p:sldId id="298" r:id="rId10"/>
    <p:sldId id="300" r:id="rId11"/>
    <p:sldId id="301" r:id="rId12"/>
    <p:sldId id="303" r:id="rId13"/>
    <p:sldId id="302" r:id="rId14"/>
    <p:sldId id="293" r:id="rId15"/>
    <p:sldId id="304" r:id="rId16"/>
  </p:sldIdLst>
  <p:sldSz cx="18288000" cy="10287000"/>
  <p:notesSz cx="6797675" cy="9926638"/>
  <p:embeddedFontLst>
    <p:embeddedFont>
      <p:font typeface="Source Han Sans KR Bold" panose="020B0600000101010101" charset="-127"/>
      <p:regular r:id="rId18"/>
    </p:embeddedFont>
    <p:embeddedFont>
      <p:font typeface="윤고딕" panose="020B0600000101010101" charset="-127"/>
      <p:regular r:id="rId19"/>
    </p:embeddedFont>
    <p:embeddedFont>
      <p:font typeface="Cambria Math" panose="02040503050406030204" pitchFamily="18" charset="0"/>
      <p:regular r:id="rId20"/>
    </p:embeddedFont>
    <p:embeddedFont>
      <p:font typeface="Glacial Indifference" panose="020B0600000101010101" charset="0"/>
      <p:regular r:id="rId21"/>
    </p:embeddedFont>
    <p:embeddedFont>
      <p:font typeface="나눔고딕" pitchFamily="2" charset="-127"/>
      <p:regular r:id="rId22"/>
      <p:bold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E9D984-E57C-46DE-93D2-E8F9A546D6E4}" v="1025" dt="2025-11-17T07:10:18.2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86795" autoAdjust="0"/>
  </p:normalViewPr>
  <p:slideViewPr>
    <p:cSldViewPr>
      <p:cViewPr varScale="1">
        <p:scale>
          <a:sx n="65" d="100"/>
          <a:sy n="65" d="100"/>
        </p:scale>
        <p:origin x="111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동균 유" userId="5b440d0c5caf5392" providerId="LiveId" clId="{7575D443-0738-4A9C-8581-0F40110DC7EF}"/>
    <pc:docChg chg="undo custSel addSld delSld modSld">
      <pc:chgData name="동균 유" userId="5b440d0c5caf5392" providerId="LiveId" clId="{7575D443-0738-4A9C-8581-0F40110DC7EF}" dt="2025-11-17T07:12:32.026" v="11776" actId="2711"/>
      <pc:docMkLst>
        <pc:docMk/>
      </pc:docMkLst>
      <pc:sldChg chg="addSp delSp modSp mod">
        <pc:chgData name="동균 유" userId="5b440d0c5caf5392" providerId="LiveId" clId="{7575D443-0738-4A9C-8581-0F40110DC7EF}" dt="2025-11-16T13:02:59.544" v="197" actId="1076"/>
        <pc:sldMkLst>
          <pc:docMk/>
          <pc:sldMk cId="0" sldId="256"/>
        </pc:sldMkLst>
        <pc:spChg chg="add del mod">
          <ac:chgData name="동균 유" userId="5b440d0c5caf5392" providerId="LiveId" clId="{7575D443-0738-4A9C-8581-0F40110DC7EF}" dt="2025-11-16T13:02:59.544" v="197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동균 유" userId="5b440d0c5caf5392" providerId="LiveId" clId="{7575D443-0738-4A9C-8581-0F40110DC7EF}" dt="2025-11-14T08:52:06.212" v="15" actId="1076"/>
          <ac:spMkLst>
            <pc:docMk/>
            <pc:sldMk cId="0" sldId="256"/>
            <ac:spMk id="12" creationId="{941A1CC6-28EE-B6B9-DCD6-5291CA5B01A6}"/>
          </ac:spMkLst>
        </pc:spChg>
        <pc:spChg chg="mod">
          <ac:chgData name="동균 유" userId="5b440d0c5caf5392" providerId="LiveId" clId="{7575D443-0738-4A9C-8581-0F40110DC7EF}" dt="2025-11-14T08:52:17.005" v="18" actId="1076"/>
          <ac:spMkLst>
            <pc:docMk/>
            <pc:sldMk cId="0" sldId="256"/>
            <ac:spMk id="13" creationId="{CD0D633C-75F8-D0F0-251E-9DD710E453EA}"/>
          </ac:spMkLst>
        </pc:spChg>
        <pc:spChg chg="mod">
          <ac:chgData name="동균 유" userId="5b440d0c5caf5392" providerId="LiveId" clId="{7575D443-0738-4A9C-8581-0F40110DC7EF}" dt="2025-11-14T08:52:08.520" v="16" actId="1076"/>
          <ac:spMkLst>
            <pc:docMk/>
            <pc:sldMk cId="0" sldId="256"/>
            <ac:spMk id="16" creationId="{9B43892C-5E08-FB94-39C9-B7FE0A6DD7EA}"/>
          </ac:spMkLst>
        </pc:spChg>
        <pc:spChg chg="mod">
          <ac:chgData name="동균 유" userId="5b440d0c5caf5392" providerId="LiveId" clId="{7575D443-0738-4A9C-8581-0F40110DC7EF}" dt="2025-11-14T08:52:19.845" v="19" actId="1076"/>
          <ac:spMkLst>
            <pc:docMk/>
            <pc:sldMk cId="0" sldId="256"/>
            <ac:spMk id="17" creationId="{C3BFEFB1-46C3-DB4D-DEDE-257D8747C7EE}"/>
          </ac:spMkLst>
        </pc:spChg>
        <pc:grpChg chg="mod">
          <ac:chgData name="동균 유" userId="5b440d0c5caf5392" providerId="LiveId" clId="{7575D443-0738-4A9C-8581-0F40110DC7EF}" dt="2025-11-14T08:51:40.579" v="2" actId="14100"/>
          <ac:grpSpMkLst>
            <pc:docMk/>
            <pc:sldMk cId="0" sldId="256"/>
            <ac:grpSpMk id="2" creationId="{00000000-0000-0000-0000-000000000000}"/>
          </ac:grpSpMkLst>
        </pc:grpChg>
      </pc:sldChg>
      <pc:sldChg chg="addSp delSp modSp mod">
        <pc:chgData name="동균 유" userId="5b440d0c5caf5392" providerId="LiveId" clId="{7575D443-0738-4A9C-8581-0F40110DC7EF}" dt="2025-11-16T18:59:54.347" v="9131" actId="20577"/>
        <pc:sldMkLst>
          <pc:docMk/>
          <pc:sldMk cId="0" sldId="257"/>
        </pc:sldMkLst>
        <pc:spChg chg="mod">
          <ac:chgData name="동균 유" userId="5b440d0c5caf5392" providerId="LiveId" clId="{7575D443-0738-4A9C-8581-0F40110DC7EF}" dt="2025-11-14T08:53:31.226" v="73"/>
          <ac:spMkLst>
            <pc:docMk/>
            <pc:sldMk cId="0" sldId="257"/>
            <ac:spMk id="6" creationId="{F4E3857B-5065-C3BC-2992-781F983EFA81}"/>
          </ac:spMkLst>
        </pc:spChg>
        <pc:spChg chg="mod">
          <ac:chgData name="동균 유" userId="5b440d0c5caf5392" providerId="LiveId" clId="{7575D443-0738-4A9C-8581-0F40110DC7EF}" dt="2025-11-14T08:53:31.226" v="73"/>
          <ac:spMkLst>
            <pc:docMk/>
            <pc:sldMk cId="0" sldId="257"/>
            <ac:spMk id="7" creationId="{F48E6454-743A-F0E3-EBBB-DC60221CDE31}"/>
          </ac:spMkLst>
        </pc:spChg>
        <pc:spChg chg="mod">
          <ac:chgData name="동균 유" userId="5b440d0c5caf5392" providerId="LiveId" clId="{7575D443-0738-4A9C-8581-0F40110DC7EF}" dt="2025-11-16T13:03:15.875" v="231" actId="20577"/>
          <ac:spMkLst>
            <pc:docMk/>
            <pc:sldMk cId="0" sldId="257"/>
            <ac:spMk id="26" creationId="{21633320-9E08-D5A1-CBB5-F4722686E9E0}"/>
          </ac:spMkLst>
        </pc:spChg>
        <pc:spChg chg="mod">
          <ac:chgData name="동균 유" userId="5b440d0c5caf5392" providerId="LiveId" clId="{7575D443-0738-4A9C-8581-0F40110DC7EF}" dt="2025-11-16T13:11:54.226" v="249" actId="20577"/>
          <ac:spMkLst>
            <pc:docMk/>
            <pc:sldMk cId="0" sldId="257"/>
            <ac:spMk id="27" creationId="{B55AE801-93CD-CC07-B5F6-6794A4D9D858}"/>
          </ac:spMkLst>
        </pc:spChg>
        <pc:spChg chg="mod">
          <ac:chgData name="동균 유" userId="5b440d0c5caf5392" providerId="LiveId" clId="{7575D443-0738-4A9C-8581-0F40110DC7EF}" dt="2025-11-16T18:56:23.509" v="9106" actId="20577"/>
          <ac:spMkLst>
            <pc:docMk/>
            <pc:sldMk cId="0" sldId="257"/>
            <ac:spMk id="28" creationId="{D726792D-A802-CF54-4667-B440509AA7DE}"/>
          </ac:spMkLst>
        </pc:spChg>
        <pc:spChg chg="mod">
          <ac:chgData name="동균 유" userId="5b440d0c5caf5392" providerId="LiveId" clId="{7575D443-0738-4A9C-8581-0F40110DC7EF}" dt="2025-11-16T18:59:54.347" v="9131" actId="20577"/>
          <ac:spMkLst>
            <pc:docMk/>
            <pc:sldMk cId="0" sldId="257"/>
            <ac:spMk id="29" creationId="{C1D597E7-6989-B1FD-71B6-CB6F04D01ED6}"/>
          </ac:spMkLst>
        </pc:spChg>
        <pc:grpChg chg="add mod">
          <ac:chgData name="동균 유" userId="5b440d0c5caf5392" providerId="LiveId" clId="{7575D443-0738-4A9C-8581-0F40110DC7EF}" dt="2025-11-14T08:53:31.226" v="73"/>
          <ac:grpSpMkLst>
            <pc:docMk/>
            <pc:sldMk cId="0" sldId="257"/>
            <ac:grpSpMk id="5" creationId="{3C632D15-4A56-30F0-479C-3E24FE212764}"/>
          </ac:grpSpMkLst>
        </pc:grpChg>
      </pc:sldChg>
      <pc:sldChg chg="addSp delSp modSp mod">
        <pc:chgData name="동균 유" userId="5b440d0c5caf5392" providerId="LiveId" clId="{7575D443-0738-4A9C-8581-0F40110DC7EF}" dt="2025-11-16T16:54:20.725" v="4162" actId="20577"/>
        <pc:sldMkLst>
          <pc:docMk/>
          <pc:sldMk cId="0" sldId="259"/>
        </pc:sldMkLst>
        <pc:spChg chg="mod">
          <ac:chgData name="동균 유" userId="5b440d0c5caf5392" providerId="LiveId" clId="{7575D443-0738-4A9C-8581-0F40110DC7EF}" dt="2025-11-16T13:20:38.550" v="716"/>
          <ac:spMkLst>
            <pc:docMk/>
            <pc:sldMk cId="0" sldId="259"/>
            <ac:spMk id="8" creationId="{84677B58-A668-43B4-D71C-0194E0141888}"/>
          </ac:spMkLst>
        </pc:spChg>
        <pc:spChg chg="mod">
          <ac:chgData name="동균 유" userId="5b440d0c5caf5392" providerId="LiveId" clId="{7575D443-0738-4A9C-8581-0F40110DC7EF}" dt="2025-11-16T13:20:38.550" v="716"/>
          <ac:spMkLst>
            <pc:docMk/>
            <pc:sldMk cId="0" sldId="259"/>
            <ac:spMk id="9" creationId="{2815EF30-4FCC-0D31-EE51-4E75B523BF82}"/>
          </ac:spMkLst>
        </pc:spChg>
        <pc:spChg chg="add del mod">
          <ac:chgData name="동균 유" userId="5b440d0c5caf5392" providerId="LiveId" clId="{7575D443-0738-4A9C-8581-0F40110DC7EF}" dt="2025-11-16T13:55:14.502" v="1108" actId="767"/>
          <ac:spMkLst>
            <pc:docMk/>
            <pc:sldMk cId="0" sldId="259"/>
            <ac:spMk id="12" creationId="{164E0EC8-C3BF-785A-7101-B060D6317429}"/>
          </ac:spMkLst>
        </pc:spChg>
        <pc:spChg chg="add del mod">
          <ac:chgData name="동균 유" userId="5b440d0c5caf5392" providerId="LiveId" clId="{7575D443-0738-4A9C-8581-0F40110DC7EF}" dt="2025-11-16T16:54:20.725" v="4162" actId="20577"/>
          <ac:spMkLst>
            <pc:docMk/>
            <pc:sldMk cId="0" sldId="259"/>
            <ac:spMk id="14" creationId="{06B9CC36-98F5-2F08-F9AC-BCF3AFDBAAF2}"/>
          </ac:spMkLst>
        </pc:spChg>
        <pc:grpChg chg="del">
          <ac:chgData name="동균 유" userId="5b440d0c5caf5392" providerId="LiveId" clId="{7575D443-0738-4A9C-8581-0F40110DC7EF}" dt="2025-11-16T13:20:34.091" v="715" actId="478"/>
          <ac:grpSpMkLst>
            <pc:docMk/>
            <pc:sldMk cId="0" sldId="259"/>
            <ac:grpSpMk id="2" creationId="{00000000-0000-0000-0000-000000000000}"/>
          </ac:grpSpMkLst>
        </pc:grpChg>
        <pc:grpChg chg="add mod">
          <ac:chgData name="동균 유" userId="5b440d0c5caf5392" providerId="LiveId" clId="{7575D443-0738-4A9C-8581-0F40110DC7EF}" dt="2025-11-16T13:20:38.550" v="716"/>
          <ac:grpSpMkLst>
            <pc:docMk/>
            <pc:sldMk cId="0" sldId="259"/>
            <ac:grpSpMk id="5" creationId="{33E0D2CD-7476-DECC-B7C3-71438F69A5B7}"/>
          </ac:grpSpMkLst>
        </pc:grpChg>
        <pc:graphicFrameChg chg="add del mod modGraphic">
          <ac:chgData name="동균 유" userId="5b440d0c5caf5392" providerId="LiveId" clId="{7575D443-0738-4A9C-8581-0F40110DC7EF}" dt="2025-11-16T13:32:05.115" v="1090" actId="26606"/>
          <ac:graphicFrameMkLst>
            <pc:docMk/>
            <pc:sldMk cId="0" sldId="259"/>
            <ac:graphicFrameMk id="16" creationId="{8A803986-670B-E008-BD0B-582AF13D3DDB}"/>
          </ac:graphicFrameMkLst>
        </pc:graphicFrameChg>
        <pc:picChg chg="add mod modCrop">
          <ac:chgData name="동균 유" userId="5b440d0c5caf5392" providerId="LiveId" clId="{7575D443-0738-4A9C-8581-0F40110DC7EF}" dt="2025-11-16T14:01:54.432" v="1255" actId="14100"/>
          <ac:picMkLst>
            <pc:docMk/>
            <pc:sldMk cId="0" sldId="259"/>
            <ac:picMk id="11" creationId="{9E5B4C1C-8B0F-68DE-3336-B2153B06BD4F}"/>
          </ac:picMkLst>
        </pc:picChg>
        <pc:picChg chg="add mod ord modCrop">
          <ac:chgData name="동균 유" userId="5b440d0c5caf5392" providerId="LiveId" clId="{7575D443-0738-4A9C-8581-0F40110DC7EF}" dt="2025-11-16T14:01:56.978" v="1256" actId="14100"/>
          <ac:picMkLst>
            <pc:docMk/>
            <pc:sldMk cId="0" sldId="259"/>
            <ac:picMk id="15" creationId="{8BE4E4AD-6C25-14FC-A026-26DF58D2F9CD}"/>
          </ac:picMkLst>
        </pc:picChg>
        <pc:picChg chg="del">
          <ac:chgData name="동균 유" userId="5b440d0c5caf5392" providerId="LiveId" clId="{7575D443-0738-4A9C-8581-0F40110DC7EF}" dt="2025-11-16T13:23:21.863" v="1054" actId="478"/>
          <ac:picMkLst>
            <pc:docMk/>
            <pc:sldMk cId="0" sldId="259"/>
            <ac:picMk id="22" creationId="{5BA335CC-40C6-C59D-3498-2FDA35F93148}"/>
          </ac:picMkLst>
        </pc:picChg>
        <pc:picChg chg="del">
          <ac:chgData name="동균 유" userId="5b440d0c5caf5392" providerId="LiveId" clId="{7575D443-0738-4A9C-8581-0F40110DC7EF}" dt="2025-11-16T13:23:20.981" v="1053" actId="478"/>
          <ac:picMkLst>
            <pc:docMk/>
            <pc:sldMk cId="0" sldId="259"/>
            <ac:picMk id="24" creationId="{8DA1D047-9786-9B49-A348-BDD42AFE73E8}"/>
          </ac:picMkLst>
        </pc:picChg>
      </pc:sldChg>
      <pc:sldChg chg="addSp delSp modSp mod">
        <pc:chgData name="동균 유" userId="5b440d0c5caf5392" providerId="LiveId" clId="{7575D443-0738-4A9C-8581-0F40110DC7EF}" dt="2025-11-16T16:51:07.478" v="4121" actId="404"/>
        <pc:sldMkLst>
          <pc:docMk/>
          <pc:sldMk cId="0" sldId="260"/>
        </pc:sldMkLst>
        <pc:spChg chg="add mod">
          <ac:chgData name="동균 유" userId="5b440d0c5caf5392" providerId="LiveId" clId="{7575D443-0738-4A9C-8581-0F40110DC7EF}" dt="2025-11-16T16:15:30.337" v="1928" actId="1076"/>
          <ac:spMkLst>
            <pc:docMk/>
            <pc:sldMk cId="0" sldId="260"/>
            <ac:spMk id="2" creationId="{BFCD35DB-6A3C-6A3A-CEB4-B64F6FD689CC}"/>
          </ac:spMkLst>
        </pc:spChg>
        <pc:spChg chg="del topLvl">
          <ac:chgData name="동균 유" userId="5b440d0c5caf5392" providerId="LiveId" clId="{7575D443-0738-4A9C-8581-0F40110DC7EF}" dt="2025-11-16T14:18:08.005" v="1644" actId="478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동균 유" userId="5b440d0c5caf5392" providerId="LiveId" clId="{7575D443-0738-4A9C-8581-0F40110DC7EF}" dt="2025-11-16T16:15:30.337" v="1928" actId="1076"/>
          <ac:spMkLst>
            <pc:docMk/>
            <pc:sldMk cId="0" sldId="260"/>
            <ac:spMk id="3" creationId="{F043068F-BBE8-6346-9DA4-5BEB02179A2A}"/>
          </ac:spMkLst>
        </pc:spChg>
        <pc:spChg chg="topLvl">
          <ac:chgData name="동균 유" userId="5b440d0c5caf5392" providerId="LiveId" clId="{7575D443-0738-4A9C-8581-0F40110DC7EF}" dt="2025-11-16T14:18:08.005" v="1644" actId="478"/>
          <ac:spMkLst>
            <pc:docMk/>
            <pc:sldMk cId="0" sldId="260"/>
            <ac:spMk id="4" creationId="{00000000-0000-0000-0000-000000000000}"/>
          </ac:spMkLst>
        </pc:spChg>
        <pc:spChg chg="add mod">
          <ac:chgData name="동균 유" userId="5b440d0c5caf5392" providerId="LiveId" clId="{7575D443-0738-4A9C-8581-0F40110DC7EF}" dt="2025-11-16T16:41:34.985" v="3700" actId="1076"/>
          <ac:spMkLst>
            <pc:docMk/>
            <pc:sldMk cId="0" sldId="260"/>
            <ac:spMk id="5" creationId="{A3FA78B1-FEC2-79E6-FD80-E7FA9006370D}"/>
          </ac:spMkLst>
        </pc:spChg>
        <pc:spChg chg="mod">
          <ac:chgData name="동균 유" userId="5b440d0c5caf5392" providerId="LiveId" clId="{7575D443-0738-4A9C-8581-0F40110DC7EF}" dt="2025-11-16T14:18:16.519" v="1647"/>
          <ac:spMkLst>
            <pc:docMk/>
            <pc:sldMk cId="0" sldId="260"/>
            <ac:spMk id="8" creationId="{EE2B3BC2-BC0C-77B2-D509-23E84E98689E}"/>
          </ac:spMkLst>
        </pc:spChg>
        <pc:spChg chg="mod">
          <ac:chgData name="동균 유" userId="5b440d0c5caf5392" providerId="LiveId" clId="{7575D443-0738-4A9C-8581-0F40110DC7EF}" dt="2025-11-16T14:18:16.519" v="1647"/>
          <ac:spMkLst>
            <pc:docMk/>
            <pc:sldMk cId="0" sldId="260"/>
            <ac:spMk id="9" creationId="{C60389D2-0493-412C-112C-4AE6BD178AAE}"/>
          </ac:spMkLst>
        </pc:spChg>
        <pc:spChg chg="add mod">
          <ac:chgData name="동균 유" userId="5b440d0c5caf5392" providerId="LiveId" clId="{7575D443-0738-4A9C-8581-0F40110DC7EF}" dt="2025-11-16T16:41:26.094" v="3699" actId="1076"/>
          <ac:spMkLst>
            <pc:docMk/>
            <pc:sldMk cId="0" sldId="260"/>
            <ac:spMk id="10" creationId="{96EC568A-FD2D-F223-51BA-F979AF1A3546}"/>
          </ac:spMkLst>
        </pc:spChg>
        <pc:spChg chg="add mod">
          <ac:chgData name="동균 유" userId="5b440d0c5caf5392" providerId="LiveId" clId="{7575D443-0738-4A9C-8581-0F40110DC7EF}" dt="2025-11-16T16:15:30.337" v="1928" actId="1076"/>
          <ac:spMkLst>
            <pc:docMk/>
            <pc:sldMk cId="0" sldId="260"/>
            <ac:spMk id="11" creationId="{C6A8465A-54EA-1A4A-6914-C7EAD9457C0C}"/>
          </ac:spMkLst>
        </pc:spChg>
        <pc:spChg chg="add mod">
          <ac:chgData name="동균 유" userId="5b440d0c5caf5392" providerId="LiveId" clId="{7575D443-0738-4A9C-8581-0F40110DC7EF}" dt="2025-11-16T16:15:30.337" v="1928" actId="1076"/>
          <ac:spMkLst>
            <pc:docMk/>
            <pc:sldMk cId="0" sldId="260"/>
            <ac:spMk id="12" creationId="{CF847A67-BBFF-B011-8A66-BB93B7F40973}"/>
          </ac:spMkLst>
        </pc:spChg>
        <pc:spChg chg="mod">
          <ac:chgData name="동균 유" userId="5b440d0c5caf5392" providerId="LiveId" clId="{7575D443-0738-4A9C-8581-0F40110DC7EF}" dt="2025-11-16T14:17:07.208" v="1603"/>
          <ac:spMkLst>
            <pc:docMk/>
            <pc:sldMk cId="0" sldId="260"/>
            <ac:spMk id="13" creationId="{00000000-0000-0000-0000-000000000000}"/>
          </ac:spMkLst>
        </pc:spChg>
        <pc:spChg chg="mod">
          <ac:chgData name="동균 유" userId="5b440d0c5caf5392" providerId="LiveId" clId="{7575D443-0738-4A9C-8581-0F40110DC7EF}" dt="2025-11-16T16:51:07.478" v="4121" actId="404"/>
          <ac:spMkLst>
            <pc:docMk/>
            <pc:sldMk cId="0" sldId="260"/>
            <ac:spMk id="18" creationId="{F3D16B1A-8FFE-02A6-F04C-79A4C1F69204}"/>
          </ac:spMkLst>
        </pc:spChg>
        <pc:spChg chg="del">
          <ac:chgData name="동균 유" userId="5b440d0c5caf5392" providerId="LiveId" clId="{7575D443-0738-4A9C-8581-0F40110DC7EF}" dt="2025-11-16T14:17:22.576" v="1628" actId="478"/>
          <ac:spMkLst>
            <pc:docMk/>
            <pc:sldMk cId="0" sldId="260"/>
            <ac:spMk id="20" creationId="{87257B65-40AD-FB0D-3A34-4F4302DCE5D8}"/>
          </ac:spMkLst>
        </pc:spChg>
        <pc:spChg chg="del">
          <ac:chgData name="동균 유" userId="5b440d0c5caf5392" providerId="LiveId" clId="{7575D443-0738-4A9C-8581-0F40110DC7EF}" dt="2025-11-16T14:17:20.807" v="1626" actId="478"/>
          <ac:spMkLst>
            <pc:docMk/>
            <pc:sldMk cId="0" sldId="260"/>
            <ac:spMk id="21" creationId="{06226B32-5E29-5377-8D8A-0F8C2DADDA6B}"/>
          </ac:spMkLst>
        </pc:spChg>
        <pc:spChg chg="del mod">
          <ac:chgData name="동균 유" userId="5b440d0c5caf5392" providerId="LiveId" clId="{7575D443-0738-4A9C-8581-0F40110DC7EF}" dt="2025-11-16T14:17:24.792" v="1630" actId="478"/>
          <ac:spMkLst>
            <pc:docMk/>
            <pc:sldMk cId="0" sldId="260"/>
            <ac:spMk id="24" creationId="{5777440C-0C71-E3DF-A388-4F9C1239BC0B}"/>
          </ac:spMkLst>
        </pc:spChg>
        <pc:grpChg chg="del mod">
          <ac:chgData name="동균 유" userId="5b440d0c5caf5392" providerId="LiveId" clId="{7575D443-0738-4A9C-8581-0F40110DC7EF}" dt="2025-11-16T14:18:08.005" v="1644" actId="478"/>
          <ac:grpSpMkLst>
            <pc:docMk/>
            <pc:sldMk cId="0" sldId="260"/>
            <ac:grpSpMk id="2" creationId="{00000000-0000-0000-0000-000000000000}"/>
          </ac:grpSpMkLst>
        </pc:grpChg>
        <pc:grpChg chg="add mod">
          <ac:chgData name="동균 유" userId="5b440d0c5caf5392" providerId="LiveId" clId="{7575D443-0738-4A9C-8581-0F40110DC7EF}" dt="2025-11-16T14:18:16.519" v="1647"/>
          <ac:grpSpMkLst>
            <pc:docMk/>
            <pc:sldMk cId="0" sldId="260"/>
            <ac:grpSpMk id="7" creationId="{56988AE5-01B4-E30B-C53F-746FE5C194C9}"/>
          </ac:grpSpMkLst>
        </pc:grpChg>
        <pc:picChg chg="add mod ord modCrop">
          <ac:chgData name="동균 유" userId="5b440d0c5caf5392" providerId="LiveId" clId="{7575D443-0738-4A9C-8581-0F40110DC7EF}" dt="2025-11-16T16:15:31.454" v="1929" actId="1076"/>
          <ac:picMkLst>
            <pc:docMk/>
            <pc:sldMk cId="0" sldId="260"/>
            <ac:picMk id="6" creationId="{2CD94702-3F91-7059-9DB9-0AE42245918E}"/>
          </ac:picMkLst>
        </pc:picChg>
        <pc:picChg chg="del">
          <ac:chgData name="동균 유" userId="5b440d0c5caf5392" providerId="LiveId" clId="{7575D443-0738-4A9C-8581-0F40110DC7EF}" dt="2025-11-16T14:17:17.169" v="1623" actId="478"/>
          <ac:picMkLst>
            <pc:docMk/>
            <pc:sldMk cId="0" sldId="260"/>
            <ac:picMk id="17" creationId="{F59864C2-DE93-E385-79D6-7CF5A5B7BC83}"/>
          </ac:picMkLst>
        </pc:picChg>
        <pc:picChg chg="del">
          <ac:chgData name="동균 유" userId="5b440d0c5caf5392" providerId="LiveId" clId="{7575D443-0738-4A9C-8581-0F40110DC7EF}" dt="2025-11-16T14:17:21.669" v="1627" actId="478"/>
          <ac:picMkLst>
            <pc:docMk/>
            <pc:sldMk cId="0" sldId="260"/>
            <ac:picMk id="19" creationId="{9E1118D1-24A9-D754-E193-C838197E203F}"/>
          </ac:picMkLst>
        </pc:picChg>
        <pc:picChg chg="del">
          <ac:chgData name="동균 유" userId="5b440d0c5caf5392" providerId="LiveId" clId="{7575D443-0738-4A9C-8581-0F40110DC7EF}" dt="2025-11-16T14:17:25.841" v="1631" actId="478"/>
          <ac:picMkLst>
            <pc:docMk/>
            <pc:sldMk cId="0" sldId="260"/>
            <ac:picMk id="28" creationId="{083C94FC-B7A1-BFE6-F1CC-E1A2B526C6BC}"/>
          </ac:picMkLst>
        </pc:picChg>
        <pc:picChg chg="del mod">
          <ac:chgData name="동균 유" userId="5b440d0c5caf5392" providerId="LiveId" clId="{7575D443-0738-4A9C-8581-0F40110DC7EF}" dt="2025-11-16T14:17:18.524" v="1625" actId="478"/>
          <ac:picMkLst>
            <pc:docMk/>
            <pc:sldMk cId="0" sldId="260"/>
            <ac:picMk id="30" creationId="{454EBD92-F4CC-C463-5342-4A0BE268C6C0}"/>
          </ac:picMkLst>
        </pc:picChg>
      </pc:sldChg>
      <pc:sldChg chg="del">
        <pc:chgData name="동균 유" userId="5b440d0c5caf5392" providerId="LiveId" clId="{7575D443-0738-4A9C-8581-0F40110DC7EF}" dt="2025-11-16T18:19:04.532" v="7710" actId="47"/>
        <pc:sldMkLst>
          <pc:docMk/>
          <pc:sldMk cId="0" sldId="261"/>
        </pc:sldMkLst>
      </pc:sldChg>
      <pc:sldChg chg="del">
        <pc:chgData name="동균 유" userId="5b440d0c5caf5392" providerId="LiveId" clId="{7575D443-0738-4A9C-8581-0F40110DC7EF}" dt="2025-11-16T18:55:58.247" v="9082" actId="47"/>
        <pc:sldMkLst>
          <pc:docMk/>
          <pc:sldMk cId="0" sldId="263"/>
        </pc:sldMkLst>
      </pc:sldChg>
      <pc:sldChg chg="del">
        <pc:chgData name="동균 유" userId="5b440d0c5caf5392" providerId="LiveId" clId="{7575D443-0738-4A9C-8581-0F40110DC7EF}" dt="2025-11-16T18:56:04.331" v="9084" actId="47"/>
        <pc:sldMkLst>
          <pc:docMk/>
          <pc:sldMk cId="0" sldId="264"/>
        </pc:sldMkLst>
      </pc:sldChg>
      <pc:sldChg chg="del">
        <pc:chgData name="동균 유" userId="5b440d0c5caf5392" providerId="LiveId" clId="{7575D443-0738-4A9C-8581-0F40110DC7EF}" dt="2025-11-16T18:42:56.111" v="8296" actId="47"/>
        <pc:sldMkLst>
          <pc:docMk/>
          <pc:sldMk cId="1689334014" sldId="273"/>
        </pc:sldMkLst>
      </pc:sldChg>
      <pc:sldChg chg="del">
        <pc:chgData name="동균 유" userId="5b440d0c5caf5392" providerId="LiveId" clId="{7575D443-0738-4A9C-8581-0F40110DC7EF}" dt="2025-11-16T18:55:54.864" v="9080" actId="47"/>
        <pc:sldMkLst>
          <pc:docMk/>
          <pc:sldMk cId="258933865" sldId="274"/>
        </pc:sldMkLst>
      </pc:sldChg>
      <pc:sldChg chg="del">
        <pc:chgData name="동균 유" userId="5b440d0c5caf5392" providerId="LiveId" clId="{7575D443-0738-4A9C-8581-0F40110DC7EF}" dt="2025-11-16T17:04:59.294" v="4639" actId="47"/>
        <pc:sldMkLst>
          <pc:docMk/>
          <pc:sldMk cId="1572183863" sldId="283"/>
        </pc:sldMkLst>
      </pc:sldChg>
      <pc:sldChg chg="addSp delSp modSp mod">
        <pc:chgData name="동균 유" userId="5b440d0c5caf5392" providerId="LiveId" clId="{7575D443-0738-4A9C-8581-0F40110DC7EF}" dt="2025-11-16T18:39:44.456" v="7974" actId="14100"/>
        <pc:sldMkLst>
          <pc:docMk/>
          <pc:sldMk cId="3808403937" sldId="284"/>
        </pc:sldMkLst>
        <pc:spChg chg="mod">
          <ac:chgData name="동균 유" userId="5b440d0c5caf5392" providerId="LiveId" clId="{7575D443-0738-4A9C-8581-0F40110DC7EF}" dt="2025-11-16T16:50:42.766" v="4089" actId="20577"/>
          <ac:spMkLst>
            <pc:docMk/>
            <pc:sldMk cId="3808403937" sldId="284"/>
            <ac:spMk id="5" creationId="{1551C4F9-2317-FE25-B48B-792713C8ED67}"/>
          </ac:spMkLst>
        </pc:spChg>
        <pc:spChg chg="add mod">
          <ac:chgData name="동균 유" userId="5b440d0c5caf5392" providerId="LiveId" clId="{7575D443-0738-4A9C-8581-0F40110DC7EF}" dt="2025-11-16T16:55:07.728" v="4175" actId="14100"/>
          <ac:spMkLst>
            <pc:docMk/>
            <pc:sldMk cId="3808403937" sldId="284"/>
            <ac:spMk id="6" creationId="{B8AA4863-16A4-6074-8B6F-46A403C520E3}"/>
          </ac:spMkLst>
        </pc:spChg>
        <pc:spChg chg="add mod">
          <ac:chgData name="동균 유" userId="5b440d0c5caf5392" providerId="LiveId" clId="{7575D443-0738-4A9C-8581-0F40110DC7EF}" dt="2025-11-16T17:02:35.250" v="4598" actId="20577"/>
          <ac:spMkLst>
            <pc:docMk/>
            <pc:sldMk cId="3808403937" sldId="284"/>
            <ac:spMk id="7" creationId="{738F7E94-E0BB-1CB8-B519-D84960144A9B}"/>
          </ac:spMkLst>
        </pc:spChg>
        <pc:spChg chg="mod">
          <ac:chgData name="동균 유" userId="5b440d0c5caf5392" providerId="LiveId" clId="{7575D443-0738-4A9C-8581-0F40110DC7EF}" dt="2025-11-16T16:55:55.902" v="4182"/>
          <ac:spMkLst>
            <pc:docMk/>
            <pc:sldMk cId="3808403937" sldId="284"/>
            <ac:spMk id="9" creationId="{28E86594-8C2D-0E37-F363-6A89EBBF0A4A}"/>
          </ac:spMkLst>
        </pc:spChg>
        <pc:spChg chg="mod">
          <ac:chgData name="동균 유" userId="5b440d0c5caf5392" providerId="LiveId" clId="{7575D443-0738-4A9C-8581-0F40110DC7EF}" dt="2025-11-16T16:55:55.902" v="4182"/>
          <ac:spMkLst>
            <pc:docMk/>
            <pc:sldMk cId="3808403937" sldId="284"/>
            <ac:spMk id="10" creationId="{B215E759-2E5F-37B9-6B70-77A0DCB62A50}"/>
          </ac:spMkLst>
        </pc:spChg>
        <pc:spChg chg="add mod">
          <ac:chgData name="동균 유" userId="5b440d0c5caf5392" providerId="LiveId" clId="{7575D443-0738-4A9C-8581-0F40110DC7EF}" dt="2025-11-16T18:39:44.456" v="7974" actId="14100"/>
          <ac:spMkLst>
            <pc:docMk/>
            <pc:sldMk cId="3808403937" sldId="284"/>
            <ac:spMk id="13" creationId="{AC01DCB0-D866-37F5-B30B-1D6DA8098C60}"/>
          </ac:spMkLst>
        </pc:spChg>
        <pc:spChg chg="add mod">
          <ac:chgData name="동균 유" userId="5b440d0c5caf5392" providerId="LiveId" clId="{7575D443-0738-4A9C-8581-0F40110DC7EF}" dt="2025-11-16T17:04:46.283" v="4637" actId="1076"/>
          <ac:spMkLst>
            <pc:docMk/>
            <pc:sldMk cId="3808403937" sldId="284"/>
            <ac:spMk id="17" creationId="{52A4BDED-5883-04FC-8D83-C5DC925DD657}"/>
          </ac:spMkLst>
        </pc:spChg>
        <pc:spChg chg="add del">
          <ac:chgData name="동균 유" userId="5b440d0c5caf5392" providerId="LiveId" clId="{7575D443-0738-4A9C-8581-0F40110DC7EF}" dt="2025-11-16T16:55:09.807" v="4176" actId="478"/>
          <ac:spMkLst>
            <pc:docMk/>
            <pc:sldMk cId="3808403937" sldId="284"/>
            <ac:spMk id="72" creationId="{CC3E0247-E55D-2099-0A20-0F5D2E86C74B}"/>
          </ac:spMkLst>
        </pc:spChg>
        <pc:grpChg chg="del">
          <ac:chgData name="동균 유" userId="5b440d0c5caf5392" providerId="LiveId" clId="{7575D443-0738-4A9C-8581-0F40110DC7EF}" dt="2025-11-16T16:55:55.474" v="4181" actId="478"/>
          <ac:grpSpMkLst>
            <pc:docMk/>
            <pc:sldMk cId="3808403937" sldId="284"/>
            <ac:grpSpMk id="2" creationId="{3625C0BE-8AA0-CF27-900B-21EB7E0E77DF}"/>
          </ac:grpSpMkLst>
        </pc:grpChg>
        <pc:grpChg chg="add mod">
          <ac:chgData name="동균 유" userId="5b440d0c5caf5392" providerId="LiveId" clId="{7575D443-0738-4A9C-8581-0F40110DC7EF}" dt="2025-11-16T16:55:55.902" v="4182"/>
          <ac:grpSpMkLst>
            <pc:docMk/>
            <pc:sldMk cId="3808403937" sldId="284"/>
            <ac:grpSpMk id="8" creationId="{13CF1668-2145-F67A-9258-2A1C538D8BA6}"/>
          </ac:grpSpMkLst>
        </pc:grpChg>
        <pc:picChg chg="add mod modCrop">
          <ac:chgData name="동균 유" userId="5b440d0c5caf5392" providerId="LiveId" clId="{7575D443-0738-4A9C-8581-0F40110DC7EF}" dt="2025-11-16T17:04:46.283" v="4637" actId="1076"/>
          <ac:picMkLst>
            <pc:docMk/>
            <pc:sldMk cId="3808403937" sldId="284"/>
            <ac:picMk id="12" creationId="{CC6212F4-7E2F-E783-8FDD-F1EC9B609FC3}"/>
          </ac:picMkLst>
        </pc:picChg>
        <pc:picChg chg="add mod modCrop">
          <ac:chgData name="동균 유" userId="5b440d0c5caf5392" providerId="LiveId" clId="{7575D443-0738-4A9C-8581-0F40110DC7EF}" dt="2025-11-16T17:04:46.283" v="4637" actId="1076"/>
          <ac:picMkLst>
            <pc:docMk/>
            <pc:sldMk cId="3808403937" sldId="284"/>
            <ac:picMk id="16" creationId="{C93520D2-F33A-9757-9081-DCB5D13B913E}"/>
          </ac:picMkLst>
        </pc:picChg>
        <pc:picChg chg="del">
          <ac:chgData name="동균 유" userId="5b440d0c5caf5392" providerId="LiveId" clId="{7575D443-0738-4A9C-8581-0F40110DC7EF}" dt="2025-11-16T16:51:32.474" v="4125" actId="478"/>
          <ac:picMkLst>
            <pc:docMk/>
            <pc:sldMk cId="3808403937" sldId="284"/>
            <ac:picMk id="69" creationId="{2A82115E-EFAD-165B-396F-EBDCEDB9CFE2}"/>
          </ac:picMkLst>
        </pc:picChg>
        <pc:picChg chg="del">
          <ac:chgData name="동균 유" userId="5b440d0c5caf5392" providerId="LiveId" clId="{7575D443-0738-4A9C-8581-0F40110DC7EF}" dt="2025-11-16T16:55:15.728" v="4177" actId="478"/>
          <ac:picMkLst>
            <pc:docMk/>
            <pc:sldMk cId="3808403937" sldId="284"/>
            <ac:picMk id="71" creationId="{19FF6A4F-691A-627F-CA5F-3D9875FCDECF}"/>
          </ac:picMkLst>
        </pc:picChg>
      </pc:sldChg>
      <pc:sldChg chg="del">
        <pc:chgData name="동균 유" userId="5b440d0c5caf5392" providerId="LiveId" clId="{7575D443-0738-4A9C-8581-0F40110DC7EF}" dt="2025-11-16T17:17:08.624" v="5315" actId="47"/>
        <pc:sldMkLst>
          <pc:docMk/>
          <pc:sldMk cId="2626063315" sldId="285"/>
        </pc:sldMkLst>
      </pc:sldChg>
      <pc:sldChg chg="del">
        <pc:chgData name="동균 유" userId="5b440d0c5caf5392" providerId="LiveId" clId="{7575D443-0738-4A9C-8581-0F40110DC7EF}" dt="2025-11-16T18:10:49.089" v="7157" actId="47"/>
        <pc:sldMkLst>
          <pc:docMk/>
          <pc:sldMk cId="3888810590" sldId="286"/>
        </pc:sldMkLst>
      </pc:sldChg>
      <pc:sldChg chg="del">
        <pc:chgData name="동균 유" userId="5b440d0c5caf5392" providerId="LiveId" clId="{7575D443-0738-4A9C-8581-0F40110DC7EF}" dt="2025-11-16T18:56:03.142" v="9083" actId="47"/>
        <pc:sldMkLst>
          <pc:docMk/>
          <pc:sldMk cId="2554626050" sldId="287"/>
        </pc:sldMkLst>
      </pc:sldChg>
      <pc:sldChg chg="del">
        <pc:chgData name="동균 유" userId="5b440d0c5caf5392" providerId="LiveId" clId="{7575D443-0738-4A9C-8581-0F40110DC7EF}" dt="2025-11-16T18:55:57.293" v="9081" actId="47"/>
        <pc:sldMkLst>
          <pc:docMk/>
          <pc:sldMk cId="2185134827" sldId="288"/>
        </pc:sldMkLst>
      </pc:sldChg>
      <pc:sldChg chg="del">
        <pc:chgData name="동균 유" userId="5b440d0c5caf5392" providerId="LiveId" clId="{7575D443-0738-4A9C-8581-0F40110DC7EF}" dt="2025-11-16T18:55:54.144" v="9079" actId="47"/>
        <pc:sldMkLst>
          <pc:docMk/>
          <pc:sldMk cId="2871396356" sldId="290"/>
        </pc:sldMkLst>
      </pc:sldChg>
      <pc:sldChg chg="del">
        <pc:chgData name="동균 유" userId="5b440d0c5caf5392" providerId="LiveId" clId="{7575D443-0738-4A9C-8581-0F40110DC7EF}" dt="2025-11-16T18:55:53.330" v="9078" actId="47"/>
        <pc:sldMkLst>
          <pc:docMk/>
          <pc:sldMk cId="554188057" sldId="292"/>
        </pc:sldMkLst>
      </pc:sldChg>
      <pc:sldChg chg="addSp delSp modSp mod">
        <pc:chgData name="동균 유" userId="5b440d0c5caf5392" providerId="LiveId" clId="{7575D443-0738-4A9C-8581-0F40110DC7EF}" dt="2025-11-17T07:12:07.264" v="11772" actId="1076"/>
        <pc:sldMkLst>
          <pc:docMk/>
          <pc:sldMk cId="2346988664" sldId="293"/>
        </pc:sldMkLst>
        <pc:spChg chg="del">
          <ac:chgData name="동균 유" userId="5b440d0c5caf5392" providerId="LiveId" clId="{7575D443-0738-4A9C-8581-0F40110DC7EF}" dt="2025-11-17T06:18:42.700" v="10573" actId="478"/>
          <ac:spMkLst>
            <pc:docMk/>
            <pc:sldMk cId="2346988664" sldId="293"/>
            <ac:spMk id="5" creationId="{1062B1D7-AE9D-E2B6-0A4E-004355D5FC84}"/>
          </ac:spMkLst>
        </pc:spChg>
        <pc:spChg chg="mod">
          <ac:chgData name="동균 유" userId="5b440d0c5caf5392" providerId="LiveId" clId="{7575D443-0738-4A9C-8581-0F40110DC7EF}" dt="2025-11-17T06:17:51.032" v="10546"/>
          <ac:spMkLst>
            <pc:docMk/>
            <pc:sldMk cId="2346988664" sldId="293"/>
            <ac:spMk id="7" creationId="{A9784350-57AC-40B8-943F-DB7266ACD700}"/>
          </ac:spMkLst>
        </pc:spChg>
        <pc:spChg chg="mod">
          <ac:chgData name="동균 유" userId="5b440d0c5caf5392" providerId="LiveId" clId="{7575D443-0738-4A9C-8581-0F40110DC7EF}" dt="2025-11-17T06:17:51.032" v="10546"/>
          <ac:spMkLst>
            <pc:docMk/>
            <pc:sldMk cId="2346988664" sldId="293"/>
            <ac:spMk id="8" creationId="{0DDACD62-8B57-C212-1CBB-5A7045EA54E1}"/>
          </ac:spMkLst>
        </pc:spChg>
        <pc:spChg chg="add mod">
          <ac:chgData name="동균 유" userId="5b440d0c5caf5392" providerId="LiveId" clId="{7575D443-0738-4A9C-8581-0F40110DC7EF}" dt="2025-11-17T07:11:45.347" v="11770" actId="1076"/>
          <ac:spMkLst>
            <pc:docMk/>
            <pc:sldMk cId="2346988664" sldId="293"/>
            <ac:spMk id="10" creationId="{A4F616F4-4E34-80A0-E9B6-7EA36031B3CE}"/>
          </ac:spMkLst>
        </pc:spChg>
        <pc:spChg chg="mod">
          <ac:chgData name="동균 유" userId="5b440d0c5caf5392" providerId="LiveId" clId="{7575D443-0738-4A9C-8581-0F40110DC7EF}" dt="2025-11-17T06:25:08.267" v="10988"/>
          <ac:spMkLst>
            <pc:docMk/>
            <pc:sldMk cId="2346988664" sldId="293"/>
            <ac:spMk id="11" creationId="{748F73AA-24F2-5015-4E34-C414358F7709}"/>
          </ac:spMkLst>
        </pc:spChg>
        <pc:spChg chg="add mod">
          <ac:chgData name="동균 유" userId="5b440d0c5caf5392" providerId="LiveId" clId="{7575D443-0738-4A9C-8581-0F40110DC7EF}" dt="2025-11-17T06:24:57.395" v="10978" actId="1076"/>
          <ac:spMkLst>
            <pc:docMk/>
            <pc:sldMk cId="2346988664" sldId="293"/>
            <ac:spMk id="12" creationId="{4350827A-172E-641A-6E81-BFC6B37527F5}"/>
          </ac:spMkLst>
        </pc:spChg>
        <pc:spChg chg="add mod">
          <ac:chgData name="동균 유" userId="5b440d0c5caf5392" providerId="LiveId" clId="{7575D443-0738-4A9C-8581-0F40110DC7EF}" dt="2025-11-17T07:11:45.347" v="11770" actId="1076"/>
          <ac:spMkLst>
            <pc:docMk/>
            <pc:sldMk cId="2346988664" sldId="293"/>
            <ac:spMk id="13" creationId="{77572289-212B-74CA-BA66-575A75A47D4D}"/>
          </ac:spMkLst>
        </pc:spChg>
        <pc:spChg chg="add mod">
          <ac:chgData name="동균 유" userId="5b440d0c5caf5392" providerId="LiveId" clId="{7575D443-0738-4A9C-8581-0F40110DC7EF}" dt="2025-11-17T07:12:07.264" v="11772" actId="1076"/>
          <ac:spMkLst>
            <pc:docMk/>
            <pc:sldMk cId="2346988664" sldId="293"/>
            <ac:spMk id="14" creationId="{9B7132CF-FB45-16D6-7D62-34E572760EF1}"/>
          </ac:spMkLst>
        </pc:spChg>
        <pc:spChg chg="add mod">
          <ac:chgData name="동균 유" userId="5b440d0c5caf5392" providerId="LiveId" clId="{7575D443-0738-4A9C-8581-0F40110DC7EF}" dt="2025-11-17T07:12:07.264" v="11772" actId="1076"/>
          <ac:spMkLst>
            <pc:docMk/>
            <pc:sldMk cId="2346988664" sldId="293"/>
            <ac:spMk id="15" creationId="{EF5A3997-4129-BA8C-9EEE-E52E46ED7C6A}"/>
          </ac:spMkLst>
        </pc:spChg>
        <pc:spChg chg="add mod">
          <ac:chgData name="동균 유" userId="5b440d0c5caf5392" providerId="LiveId" clId="{7575D443-0738-4A9C-8581-0F40110DC7EF}" dt="2025-11-17T06:21:48.784" v="10780"/>
          <ac:spMkLst>
            <pc:docMk/>
            <pc:sldMk cId="2346988664" sldId="293"/>
            <ac:spMk id="16" creationId="{A2D2C5E3-CB78-EF1A-86F5-CA7203BCD4EC}"/>
          </ac:spMkLst>
        </pc:spChg>
        <pc:spChg chg="add mod">
          <ac:chgData name="동균 유" userId="5b440d0c5caf5392" providerId="LiveId" clId="{7575D443-0738-4A9C-8581-0F40110DC7EF}" dt="2025-11-17T07:12:07.264" v="11772" actId="1076"/>
          <ac:spMkLst>
            <pc:docMk/>
            <pc:sldMk cId="2346988664" sldId="293"/>
            <ac:spMk id="17" creationId="{0CEFB0BC-4ABF-F8AD-752C-2DC364820B54}"/>
          </ac:spMkLst>
        </pc:spChg>
        <pc:spChg chg="add mod">
          <ac:chgData name="동균 유" userId="5b440d0c5caf5392" providerId="LiveId" clId="{7575D443-0738-4A9C-8581-0F40110DC7EF}" dt="2025-11-17T07:11:58.050" v="11771" actId="1076"/>
          <ac:spMkLst>
            <pc:docMk/>
            <pc:sldMk cId="2346988664" sldId="293"/>
            <ac:spMk id="18" creationId="{6E3D80B3-A832-7F17-33AB-8F4935E29DEB}"/>
          </ac:spMkLst>
        </pc:spChg>
        <pc:spChg chg="add mod">
          <ac:chgData name="동균 유" userId="5b440d0c5caf5392" providerId="LiveId" clId="{7575D443-0738-4A9C-8581-0F40110DC7EF}" dt="2025-11-17T07:11:58.050" v="11771" actId="1076"/>
          <ac:spMkLst>
            <pc:docMk/>
            <pc:sldMk cId="2346988664" sldId="293"/>
            <ac:spMk id="19" creationId="{94F20D9C-03F5-A01B-35C6-E469D14F19BB}"/>
          </ac:spMkLst>
        </pc:spChg>
        <pc:spChg chg="add mod">
          <ac:chgData name="동균 유" userId="5b440d0c5caf5392" providerId="LiveId" clId="{7575D443-0738-4A9C-8581-0F40110DC7EF}" dt="2025-11-17T07:11:58.050" v="11771" actId="1076"/>
          <ac:spMkLst>
            <pc:docMk/>
            <pc:sldMk cId="2346988664" sldId="293"/>
            <ac:spMk id="20" creationId="{97736F76-88CF-1968-B481-00BF556B1820}"/>
          </ac:spMkLst>
        </pc:spChg>
        <pc:grpChg chg="del">
          <ac:chgData name="동균 유" userId="5b440d0c5caf5392" providerId="LiveId" clId="{7575D443-0738-4A9C-8581-0F40110DC7EF}" dt="2025-11-17T06:17:50.842" v="10545" actId="478"/>
          <ac:grpSpMkLst>
            <pc:docMk/>
            <pc:sldMk cId="2346988664" sldId="293"/>
            <ac:grpSpMk id="2" creationId="{3516A71F-3B8F-896B-2591-CDD836275386}"/>
          </ac:grpSpMkLst>
        </pc:grpChg>
        <pc:grpChg chg="add mod">
          <ac:chgData name="동균 유" userId="5b440d0c5caf5392" providerId="LiveId" clId="{7575D443-0738-4A9C-8581-0F40110DC7EF}" dt="2025-11-17T06:17:51.032" v="10546"/>
          <ac:grpSpMkLst>
            <pc:docMk/>
            <pc:sldMk cId="2346988664" sldId="293"/>
            <ac:grpSpMk id="6" creationId="{37A2A4AC-9877-C5E7-CD77-0135115A3176}"/>
          </ac:grpSpMkLst>
        </pc:grpChg>
      </pc:sldChg>
      <pc:sldChg chg="addSp delSp modSp mod">
        <pc:chgData name="동균 유" userId="5b440d0c5caf5392" providerId="LiveId" clId="{7575D443-0738-4A9C-8581-0F40110DC7EF}" dt="2025-11-16T14:18:14.004" v="1646"/>
        <pc:sldMkLst>
          <pc:docMk/>
          <pc:sldMk cId="1989610839" sldId="295"/>
        </pc:sldMkLst>
        <pc:spChg chg="add del">
          <ac:chgData name="동균 유" userId="5b440d0c5caf5392" providerId="LiveId" clId="{7575D443-0738-4A9C-8581-0F40110DC7EF}" dt="2025-11-16T14:04:59.979" v="1291" actId="478"/>
          <ac:spMkLst>
            <pc:docMk/>
            <pc:sldMk cId="1989610839" sldId="295"/>
            <ac:spMk id="6" creationId="{030A91A1-1975-6E12-1C49-1E5D3819A3E1}"/>
          </ac:spMkLst>
        </pc:spChg>
        <pc:spChg chg="add del">
          <ac:chgData name="동균 유" userId="5b440d0c5caf5392" providerId="LiveId" clId="{7575D443-0738-4A9C-8581-0F40110DC7EF}" dt="2025-11-16T14:04:59.979" v="1291" actId="478"/>
          <ac:spMkLst>
            <pc:docMk/>
            <pc:sldMk cId="1989610839" sldId="295"/>
            <ac:spMk id="7" creationId="{DCA1DC6D-1FAF-FE6B-4440-AB1787662129}"/>
          </ac:spMkLst>
        </pc:spChg>
        <pc:spChg chg="mod">
          <ac:chgData name="동균 유" userId="5b440d0c5caf5392" providerId="LiveId" clId="{7575D443-0738-4A9C-8581-0F40110DC7EF}" dt="2025-11-16T14:05:08.960" v="1306" actId="20577"/>
          <ac:spMkLst>
            <pc:docMk/>
            <pc:sldMk cId="1989610839" sldId="295"/>
            <ac:spMk id="9" creationId="{63236BC6-CF1F-CC2A-6926-3D00C84312F6}"/>
          </ac:spMkLst>
        </pc:spChg>
        <pc:spChg chg="mod">
          <ac:chgData name="동균 유" userId="5b440d0c5caf5392" providerId="LiveId" clId="{7575D443-0738-4A9C-8581-0F40110DC7EF}" dt="2025-11-16T14:03:32.804" v="1259"/>
          <ac:spMkLst>
            <pc:docMk/>
            <pc:sldMk cId="1989610839" sldId="295"/>
            <ac:spMk id="11" creationId="{1A2AF004-694F-0CAB-88A6-9A7C0DAF4594}"/>
          </ac:spMkLst>
        </pc:spChg>
        <pc:spChg chg="mod">
          <ac:chgData name="동균 유" userId="5b440d0c5caf5392" providerId="LiveId" clId="{7575D443-0738-4A9C-8581-0F40110DC7EF}" dt="2025-11-16T14:03:54.274" v="1263"/>
          <ac:spMkLst>
            <pc:docMk/>
            <pc:sldMk cId="1989610839" sldId="295"/>
            <ac:spMk id="13" creationId="{62F336CF-A734-4F0C-8100-9F12B792BABB}"/>
          </ac:spMkLst>
        </pc:spChg>
        <pc:spChg chg="add del mod">
          <ac:chgData name="동균 유" userId="5b440d0c5caf5392" providerId="LiveId" clId="{7575D443-0738-4A9C-8581-0F40110DC7EF}" dt="2025-11-16T14:11:16.673" v="1423" actId="1076"/>
          <ac:spMkLst>
            <pc:docMk/>
            <pc:sldMk cId="1989610839" sldId="295"/>
            <ac:spMk id="14" creationId="{C3A80CE8-8B80-7636-EE75-42B1D17B777E}"/>
          </ac:spMkLst>
        </pc:spChg>
        <pc:spChg chg="mod">
          <ac:chgData name="동균 유" userId="5b440d0c5caf5392" providerId="LiveId" clId="{7575D443-0738-4A9C-8581-0F40110DC7EF}" dt="2025-11-16T14:03:54.274" v="1263"/>
          <ac:spMkLst>
            <pc:docMk/>
            <pc:sldMk cId="1989610839" sldId="295"/>
            <ac:spMk id="15" creationId="{E5724F73-41AA-CCB3-14DE-FA278226DC19}"/>
          </ac:spMkLst>
        </pc:spChg>
        <pc:spChg chg="mod">
          <ac:chgData name="동균 유" userId="5b440d0c5caf5392" providerId="LiveId" clId="{7575D443-0738-4A9C-8581-0F40110DC7EF}" dt="2025-11-16T14:03:59.209" v="1265"/>
          <ac:spMkLst>
            <pc:docMk/>
            <pc:sldMk cId="1989610839" sldId="295"/>
            <ac:spMk id="17" creationId="{C500D507-E72A-8AAE-318F-B27429FE3FBB}"/>
          </ac:spMkLst>
        </pc:spChg>
        <pc:spChg chg="mod">
          <ac:chgData name="동균 유" userId="5b440d0c5caf5392" providerId="LiveId" clId="{7575D443-0738-4A9C-8581-0F40110DC7EF}" dt="2025-11-16T14:03:59.209" v="1265"/>
          <ac:spMkLst>
            <pc:docMk/>
            <pc:sldMk cId="1989610839" sldId="295"/>
            <ac:spMk id="18" creationId="{EEA23E15-972C-4B9C-E9B4-A071F0DD54FF}"/>
          </ac:spMkLst>
        </pc:spChg>
        <pc:spChg chg="mod">
          <ac:chgData name="동균 유" userId="5b440d0c5caf5392" providerId="LiveId" clId="{7575D443-0738-4A9C-8581-0F40110DC7EF}" dt="2025-11-16T14:08:28.795" v="1382"/>
          <ac:spMkLst>
            <pc:docMk/>
            <pc:sldMk cId="1989610839" sldId="295"/>
            <ac:spMk id="20" creationId="{EC8F503E-7430-C652-CC06-47514EA90187}"/>
          </ac:spMkLst>
        </pc:spChg>
        <pc:spChg chg="mod">
          <ac:chgData name="동균 유" userId="5b440d0c5caf5392" providerId="LiveId" clId="{7575D443-0738-4A9C-8581-0F40110DC7EF}" dt="2025-11-16T14:08:28.795" v="1382"/>
          <ac:spMkLst>
            <pc:docMk/>
            <pc:sldMk cId="1989610839" sldId="295"/>
            <ac:spMk id="21" creationId="{C15D16D7-D0F1-EF2B-06AB-997B99C295E4}"/>
          </ac:spMkLst>
        </pc:spChg>
        <pc:spChg chg="mod">
          <ac:chgData name="동균 유" userId="5b440d0c5caf5392" providerId="LiveId" clId="{7575D443-0738-4A9C-8581-0F40110DC7EF}" dt="2025-11-16T14:09:32.144" v="1400"/>
          <ac:spMkLst>
            <pc:docMk/>
            <pc:sldMk cId="1989610839" sldId="295"/>
            <ac:spMk id="23" creationId="{E569F163-2D11-FF06-B488-FDEDCF4776F7}"/>
          </ac:spMkLst>
        </pc:spChg>
        <pc:spChg chg="mod">
          <ac:chgData name="동균 유" userId="5b440d0c5caf5392" providerId="LiveId" clId="{7575D443-0738-4A9C-8581-0F40110DC7EF}" dt="2025-11-16T14:09:32.144" v="1400"/>
          <ac:spMkLst>
            <pc:docMk/>
            <pc:sldMk cId="1989610839" sldId="295"/>
            <ac:spMk id="24" creationId="{69FF249B-033E-CC10-9254-984D96706F12}"/>
          </ac:spMkLst>
        </pc:spChg>
        <pc:spChg chg="mod">
          <ac:chgData name="동균 유" userId="5b440d0c5caf5392" providerId="LiveId" clId="{7575D443-0738-4A9C-8581-0F40110DC7EF}" dt="2025-11-16T14:09:36.041" v="1403"/>
          <ac:spMkLst>
            <pc:docMk/>
            <pc:sldMk cId="1989610839" sldId="295"/>
            <ac:spMk id="26" creationId="{806D8B24-7ED7-7C96-D5CA-CF3320DF9C92}"/>
          </ac:spMkLst>
        </pc:spChg>
        <pc:spChg chg="mod">
          <ac:chgData name="동균 유" userId="5b440d0c5caf5392" providerId="LiveId" clId="{7575D443-0738-4A9C-8581-0F40110DC7EF}" dt="2025-11-16T14:09:36.041" v="1403"/>
          <ac:spMkLst>
            <pc:docMk/>
            <pc:sldMk cId="1989610839" sldId="295"/>
            <ac:spMk id="27" creationId="{ADC40B60-18A7-9975-6876-769C1D7ED0ED}"/>
          </ac:spMkLst>
        </pc:spChg>
        <pc:spChg chg="mod">
          <ac:chgData name="동균 유" userId="5b440d0c5caf5392" providerId="LiveId" clId="{7575D443-0738-4A9C-8581-0F40110DC7EF}" dt="2025-11-16T14:09:44.463" v="1405"/>
          <ac:spMkLst>
            <pc:docMk/>
            <pc:sldMk cId="1989610839" sldId="295"/>
            <ac:spMk id="29" creationId="{DEAFF249-B9EE-037A-8509-95E9279EE266}"/>
          </ac:spMkLst>
        </pc:spChg>
        <pc:spChg chg="mod">
          <ac:chgData name="동균 유" userId="5b440d0c5caf5392" providerId="LiveId" clId="{7575D443-0738-4A9C-8581-0F40110DC7EF}" dt="2025-11-16T14:09:44.463" v="1405"/>
          <ac:spMkLst>
            <pc:docMk/>
            <pc:sldMk cId="1989610839" sldId="295"/>
            <ac:spMk id="30" creationId="{BED6BD44-D0A7-38E1-F0E8-E59003A10D5F}"/>
          </ac:spMkLst>
        </pc:spChg>
        <pc:spChg chg="add del mod">
          <ac:chgData name="동균 유" userId="5b440d0c5caf5392" providerId="LiveId" clId="{7575D443-0738-4A9C-8581-0F40110DC7EF}" dt="2025-11-16T14:11:19.138" v="1424" actId="478"/>
          <ac:spMkLst>
            <pc:docMk/>
            <pc:sldMk cId="1989610839" sldId="295"/>
            <ac:spMk id="31" creationId="{BA8E19F1-7481-077E-B4B6-3C8D0508B4AC}"/>
          </ac:spMkLst>
        </pc:spChg>
        <pc:spChg chg="add del mod">
          <ac:chgData name="동균 유" userId="5b440d0c5caf5392" providerId="LiveId" clId="{7575D443-0738-4A9C-8581-0F40110DC7EF}" dt="2025-11-16T14:11:21.744" v="1426" actId="478"/>
          <ac:spMkLst>
            <pc:docMk/>
            <pc:sldMk cId="1989610839" sldId="295"/>
            <ac:spMk id="32" creationId="{9C60F25C-7970-B187-4149-BE7826BE5DA8}"/>
          </ac:spMkLst>
        </pc:spChg>
        <pc:spChg chg="add del mod">
          <ac:chgData name="동균 유" userId="5b440d0c5caf5392" providerId="LiveId" clId="{7575D443-0738-4A9C-8581-0F40110DC7EF}" dt="2025-11-16T14:11:22.972" v="1427" actId="478"/>
          <ac:spMkLst>
            <pc:docMk/>
            <pc:sldMk cId="1989610839" sldId="295"/>
            <ac:spMk id="33" creationId="{752F15DD-9C6D-F3A3-8EB6-ABB3AA77FFF3}"/>
          </ac:spMkLst>
        </pc:spChg>
        <pc:spChg chg="add mod ord">
          <ac:chgData name="동균 유" userId="5b440d0c5caf5392" providerId="LiveId" clId="{7575D443-0738-4A9C-8581-0F40110DC7EF}" dt="2025-11-16T14:13:17.387" v="1542" actId="167"/>
          <ac:spMkLst>
            <pc:docMk/>
            <pc:sldMk cId="1989610839" sldId="295"/>
            <ac:spMk id="34" creationId="{B478F1A3-36EB-7373-7AE9-6900C297AEFE}"/>
          </ac:spMkLst>
        </pc:spChg>
        <pc:spChg chg="add mod ord">
          <ac:chgData name="동균 유" userId="5b440d0c5caf5392" providerId="LiveId" clId="{7575D443-0738-4A9C-8581-0F40110DC7EF}" dt="2025-11-16T14:13:39.811" v="1548" actId="167"/>
          <ac:spMkLst>
            <pc:docMk/>
            <pc:sldMk cId="1989610839" sldId="295"/>
            <ac:spMk id="35" creationId="{CC6FBE56-BDCD-C56B-6FA4-E713C33930BE}"/>
          </ac:spMkLst>
        </pc:spChg>
        <pc:spChg chg="add mod ord">
          <ac:chgData name="동균 유" userId="5b440d0c5caf5392" providerId="LiveId" clId="{7575D443-0738-4A9C-8581-0F40110DC7EF}" dt="2025-11-16T14:13:44.063" v="1549" actId="167"/>
          <ac:spMkLst>
            <pc:docMk/>
            <pc:sldMk cId="1989610839" sldId="295"/>
            <ac:spMk id="36" creationId="{64ED62FD-6341-6A67-7733-39F03C85B4AE}"/>
          </ac:spMkLst>
        </pc:spChg>
        <pc:spChg chg="add mod">
          <ac:chgData name="동균 유" userId="5b440d0c5caf5392" providerId="LiveId" clId="{7575D443-0738-4A9C-8581-0F40110DC7EF}" dt="2025-11-16T14:15:43.879" v="1571" actId="207"/>
          <ac:spMkLst>
            <pc:docMk/>
            <pc:sldMk cId="1989610839" sldId="295"/>
            <ac:spMk id="37" creationId="{B570C31D-DD26-C95F-9DC3-18559412EAA6}"/>
          </ac:spMkLst>
        </pc:spChg>
        <pc:spChg chg="add mod">
          <ac:chgData name="동균 유" userId="5b440d0c5caf5392" providerId="LiveId" clId="{7575D443-0738-4A9C-8581-0F40110DC7EF}" dt="2025-11-16T14:16:00.086" v="1577" actId="20577"/>
          <ac:spMkLst>
            <pc:docMk/>
            <pc:sldMk cId="1989610839" sldId="295"/>
            <ac:spMk id="38" creationId="{946A0A73-5920-B654-E502-60DC709A3A3A}"/>
          </ac:spMkLst>
        </pc:spChg>
        <pc:spChg chg="add mod">
          <ac:chgData name="동균 유" userId="5b440d0c5caf5392" providerId="LiveId" clId="{7575D443-0738-4A9C-8581-0F40110DC7EF}" dt="2025-11-16T14:16:03.717" v="1579" actId="20577"/>
          <ac:spMkLst>
            <pc:docMk/>
            <pc:sldMk cId="1989610839" sldId="295"/>
            <ac:spMk id="39" creationId="{48228B96-0990-413F-8AAD-A83CD01A4923}"/>
          </ac:spMkLst>
        </pc:spChg>
        <pc:spChg chg="add mod">
          <ac:chgData name="동균 유" userId="5b440d0c5caf5392" providerId="LiveId" clId="{7575D443-0738-4A9C-8581-0F40110DC7EF}" dt="2025-11-16T14:16:12.536" v="1583" actId="20577"/>
          <ac:spMkLst>
            <pc:docMk/>
            <pc:sldMk cId="1989610839" sldId="295"/>
            <ac:spMk id="40" creationId="{CBA65CAE-E75B-F03E-56E1-F7B6518E980E}"/>
          </ac:spMkLst>
        </pc:spChg>
        <pc:spChg chg="mod">
          <ac:chgData name="동균 유" userId="5b440d0c5caf5392" providerId="LiveId" clId="{7575D443-0738-4A9C-8581-0F40110DC7EF}" dt="2025-11-16T14:18:14.004" v="1646"/>
          <ac:spMkLst>
            <pc:docMk/>
            <pc:sldMk cId="1989610839" sldId="295"/>
            <ac:spMk id="42" creationId="{B1E714A3-C7EF-BADF-6035-EBACD43E8FA7}"/>
          </ac:spMkLst>
        </pc:spChg>
        <pc:spChg chg="mod">
          <ac:chgData name="동균 유" userId="5b440d0c5caf5392" providerId="LiveId" clId="{7575D443-0738-4A9C-8581-0F40110DC7EF}" dt="2025-11-16T14:18:14.004" v="1646"/>
          <ac:spMkLst>
            <pc:docMk/>
            <pc:sldMk cId="1989610839" sldId="295"/>
            <ac:spMk id="43" creationId="{71B520C1-90ED-E20F-8347-B6BCF88B4A96}"/>
          </ac:spMkLst>
        </pc:spChg>
        <pc:grpChg chg="add del">
          <ac:chgData name="동균 유" userId="5b440d0c5caf5392" providerId="LiveId" clId="{7575D443-0738-4A9C-8581-0F40110DC7EF}" dt="2025-11-16T14:18:13.756" v="1645" actId="478"/>
          <ac:grpSpMkLst>
            <pc:docMk/>
            <pc:sldMk cId="1989610839" sldId="295"/>
            <ac:grpSpMk id="2" creationId="{1F60BC12-5DEA-368C-9CD8-B89590B10D00}"/>
          </ac:grpSpMkLst>
        </pc:grpChg>
        <pc:grpChg chg="add mod">
          <ac:chgData name="동균 유" userId="5b440d0c5caf5392" providerId="LiveId" clId="{7575D443-0738-4A9C-8581-0F40110DC7EF}" dt="2025-11-16T14:10:47.185" v="1418" actId="1076"/>
          <ac:grpSpMkLst>
            <pc:docMk/>
            <pc:sldMk cId="1989610839" sldId="295"/>
            <ac:grpSpMk id="5" creationId="{7203EE71-148A-3DC5-186E-104FE4D0416E}"/>
          </ac:grpSpMkLst>
        </pc:grpChg>
        <pc:grpChg chg="add del mod">
          <ac:chgData name="동균 유" userId="5b440d0c5caf5392" providerId="LiveId" clId="{7575D443-0738-4A9C-8581-0F40110DC7EF}" dt="2025-11-16T14:09:26.886" v="1397" actId="478"/>
          <ac:grpSpMkLst>
            <pc:docMk/>
            <pc:sldMk cId="1989610839" sldId="295"/>
            <ac:grpSpMk id="12" creationId="{176AC655-44F3-8AC1-F9D8-0D4BC8349519}"/>
          </ac:grpSpMkLst>
        </pc:grpChg>
        <pc:grpChg chg="add del mod">
          <ac:chgData name="동균 유" userId="5b440d0c5caf5392" providerId="LiveId" clId="{7575D443-0738-4A9C-8581-0F40110DC7EF}" dt="2025-11-16T14:09:28.503" v="1398" actId="478"/>
          <ac:grpSpMkLst>
            <pc:docMk/>
            <pc:sldMk cId="1989610839" sldId="295"/>
            <ac:grpSpMk id="16" creationId="{2465797E-A3BC-F611-3B38-442086CF6DD8}"/>
          </ac:grpSpMkLst>
        </pc:grpChg>
        <pc:grpChg chg="add del mod">
          <ac:chgData name="동균 유" userId="5b440d0c5caf5392" providerId="LiveId" clId="{7575D443-0738-4A9C-8581-0F40110DC7EF}" dt="2025-11-16T14:09:29.832" v="1399" actId="478"/>
          <ac:grpSpMkLst>
            <pc:docMk/>
            <pc:sldMk cId="1989610839" sldId="295"/>
            <ac:grpSpMk id="19" creationId="{89908A95-142F-57F5-9870-B6828B5874DF}"/>
          </ac:grpSpMkLst>
        </pc:grpChg>
        <pc:grpChg chg="add mod">
          <ac:chgData name="동균 유" userId="5b440d0c5caf5392" providerId="LiveId" clId="{7575D443-0738-4A9C-8581-0F40110DC7EF}" dt="2025-11-16T14:10:02.196" v="1407" actId="1076"/>
          <ac:grpSpMkLst>
            <pc:docMk/>
            <pc:sldMk cId="1989610839" sldId="295"/>
            <ac:grpSpMk id="22" creationId="{C113C871-77D7-818F-13AA-1B03EDF421DE}"/>
          </ac:grpSpMkLst>
        </pc:grpChg>
        <pc:grpChg chg="add mod">
          <ac:chgData name="동균 유" userId="5b440d0c5caf5392" providerId="LiveId" clId="{7575D443-0738-4A9C-8581-0F40110DC7EF}" dt="2025-11-16T14:10:02.196" v="1407" actId="1076"/>
          <ac:grpSpMkLst>
            <pc:docMk/>
            <pc:sldMk cId="1989610839" sldId="295"/>
            <ac:grpSpMk id="25" creationId="{DB5E72FC-0261-FF37-4CB6-30F253F129FE}"/>
          </ac:grpSpMkLst>
        </pc:grpChg>
        <pc:grpChg chg="add mod">
          <ac:chgData name="동균 유" userId="5b440d0c5caf5392" providerId="LiveId" clId="{7575D443-0738-4A9C-8581-0F40110DC7EF}" dt="2025-11-16T14:10:02.196" v="1407" actId="1076"/>
          <ac:grpSpMkLst>
            <pc:docMk/>
            <pc:sldMk cId="1989610839" sldId="295"/>
            <ac:grpSpMk id="28" creationId="{EAFF6323-2005-1CCA-6A05-042DC9758D6D}"/>
          </ac:grpSpMkLst>
        </pc:grpChg>
        <pc:grpChg chg="add mod">
          <ac:chgData name="동균 유" userId="5b440d0c5caf5392" providerId="LiveId" clId="{7575D443-0738-4A9C-8581-0F40110DC7EF}" dt="2025-11-16T14:18:14.004" v="1646"/>
          <ac:grpSpMkLst>
            <pc:docMk/>
            <pc:sldMk cId="1989610839" sldId="295"/>
            <ac:grpSpMk id="41" creationId="{0573B075-4612-83A5-A6BF-CB8641C6E540}"/>
          </ac:grpSpMkLst>
        </pc:grpChg>
        <pc:picChg chg="del">
          <ac:chgData name="동균 유" userId="5b440d0c5caf5392" providerId="LiveId" clId="{7575D443-0738-4A9C-8581-0F40110DC7EF}" dt="2025-11-16T14:03:20.059" v="1258" actId="478"/>
          <ac:picMkLst>
            <pc:docMk/>
            <pc:sldMk cId="1989610839" sldId="295"/>
            <ac:picMk id="8" creationId="{19E03380-80BA-C197-753C-9A2B857C45DC}"/>
          </ac:picMkLst>
        </pc:picChg>
        <pc:picChg chg="del">
          <ac:chgData name="동균 유" userId="5b440d0c5caf5392" providerId="LiveId" clId="{7575D443-0738-4A9C-8581-0F40110DC7EF}" dt="2025-11-16T14:03:18.565" v="1257" actId="478"/>
          <ac:picMkLst>
            <pc:docMk/>
            <pc:sldMk cId="1989610839" sldId="295"/>
            <ac:picMk id="10" creationId="{1C4EBBF6-933A-D783-34B2-A002D1438E7C}"/>
          </ac:picMkLst>
        </pc:picChg>
      </pc:sldChg>
      <pc:sldChg chg="addSp delSp modSp add mod">
        <pc:chgData name="동균 유" userId="5b440d0c5caf5392" providerId="LiveId" clId="{7575D443-0738-4A9C-8581-0F40110DC7EF}" dt="2025-11-16T16:53:42.671" v="4158" actId="1076"/>
        <pc:sldMkLst>
          <pc:docMk/>
          <pc:sldMk cId="314897162" sldId="296"/>
        </pc:sldMkLst>
        <pc:spChg chg="add del mod">
          <ac:chgData name="동균 유" userId="5b440d0c5caf5392" providerId="LiveId" clId="{7575D443-0738-4A9C-8581-0F40110DC7EF}" dt="2025-11-16T16:45:11.709" v="3729" actId="478"/>
          <ac:spMkLst>
            <pc:docMk/>
            <pc:sldMk cId="314897162" sldId="296"/>
            <ac:spMk id="2" creationId="{D2A7720C-E3EC-56FE-FFF1-D1CAAF5BAE6A}"/>
          </ac:spMkLst>
        </pc:spChg>
        <pc:spChg chg="del">
          <ac:chgData name="동균 유" userId="5b440d0c5caf5392" providerId="LiveId" clId="{7575D443-0738-4A9C-8581-0F40110DC7EF}" dt="2025-11-16T16:15:42.513" v="1931" actId="478"/>
          <ac:spMkLst>
            <pc:docMk/>
            <pc:sldMk cId="314897162" sldId="296"/>
            <ac:spMk id="3" creationId="{998F05C3-B4AC-BFC0-A1CD-9E93A5DEB7DC}"/>
          </ac:spMkLst>
        </pc:spChg>
        <pc:spChg chg="del mod">
          <ac:chgData name="동균 유" userId="5b440d0c5caf5392" providerId="LiveId" clId="{7575D443-0738-4A9C-8581-0F40110DC7EF}" dt="2025-11-16T16:45:11.709" v="3729" actId="478"/>
          <ac:spMkLst>
            <pc:docMk/>
            <pc:sldMk cId="314897162" sldId="296"/>
            <ac:spMk id="5" creationId="{C0992683-9C75-503E-0DBB-6467725E16A9}"/>
          </ac:spMkLst>
        </pc:spChg>
        <pc:spChg chg="del">
          <ac:chgData name="동균 유" userId="5b440d0c5caf5392" providerId="LiveId" clId="{7575D443-0738-4A9C-8581-0F40110DC7EF}" dt="2025-11-16T16:15:46.843" v="1932" actId="478"/>
          <ac:spMkLst>
            <pc:docMk/>
            <pc:sldMk cId="314897162" sldId="296"/>
            <ac:spMk id="10" creationId="{1B18A25B-A906-8943-6F69-4DFCDE503AE9}"/>
          </ac:spMkLst>
        </pc:spChg>
        <pc:spChg chg="del mod">
          <ac:chgData name="동균 유" userId="5b440d0c5caf5392" providerId="LiveId" clId="{7575D443-0738-4A9C-8581-0F40110DC7EF}" dt="2025-11-16T16:45:11.709" v="3729" actId="478"/>
          <ac:spMkLst>
            <pc:docMk/>
            <pc:sldMk cId="314897162" sldId="296"/>
            <ac:spMk id="11" creationId="{E641A0D5-84EF-5900-B81E-F3786F2C96B1}"/>
          </ac:spMkLst>
        </pc:spChg>
        <pc:spChg chg="del">
          <ac:chgData name="동균 유" userId="5b440d0c5caf5392" providerId="LiveId" clId="{7575D443-0738-4A9C-8581-0F40110DC7EF}" dt="2025-11-16T16:15:47.806" v="1933" actId="478"/>
          <ac:spMkLst>
            <pc:docMk/>
            <pc:sldMk cId="314897162" sldId="296"/>
            <ac:spMk id="12" creationId="{E74BFBEF-CE2B-F014-42A0-7360C8DAC3F6}"/>
          </ac:spMkLst>
        </pc:spChg>
        <pc:spChg chg="add mod">
          <ac:chgData name="동균 유" userId="5b440d0c5caf5392" providerId="LiveId" clId="{7575D443-0738-4A9C-8581-0F40110DC7EF}" dt="2025-11-16T16:49:31.056" v="4053"/>
          <ac:spMkLst>
            <pc:docMk/>
            <pc:sldMk cId="314897162" sldId="296"/>
            <ac:spMk id="15" creationId="{F71A69F0-2BE8-AEFB-3FBE-6BAE96770DD8}"/>
          </ac:spMkLst>
        </pc:spChg>
        <pc:spChg chg="add del mod">
          <ac:chgData name="동균 유" userId="5b440d0c5caf5392" providerId="LiveId" clId="{7575D443-0738-4A9C-8581-0F40110DC7EF}" dt="2025-11-16T16:45:11.709" v="3729" actId="478"/>
          <ac:spMkLst>
            <pc:docMk/>
            <pc:sldMk cId="314897162" sldId="296"/>
            <ac:spMk id="16" creationId="{39892D55-1AEA-43EC-8C2B-1AD5ECBCE306}"/>
          </ac:spMkLst>
        </pc:spChg>
        <pc:spChg chg="add del mod">
          <ac:chgData name="동균 유" userId="5b440d0c5caf5392" providerId="LiveId" clId="{7575D443-0738-4A9C-8581-0F40110DC7EF}" dt="2025-11-16T16:45:11.709" v="3729" actId="478"/>
          <ac:spMkLst>
            <pc:docMk/>
            <pc:sldMk cId="314897162" sldId="296"/>
            <ac:spMk id="17" creationId="{8104F9F3-6FC6-C3AD-7918-D1476D3BEF38}"/>
          </ac:spMkLst>
        </pc:spChg>
        <pc:spChg chg="del mod">
          <ac:chgData name="동균 유" userId="5b440d0c5caf5392" providerId="LiveId" clId="{7575D443-0738-4A9C-8581-0F40110DC7EF}" dt="2025-11-16T16:51:17.072" v="4124"/>
          <ac:spMkLst>
            <pc:docMk/>
            <pc:sldMk cId="314897162" sldId="296"/>
            <ac:spMk id="18" creationId="{93DFD7E4-2C48-DF3A-7D79-0B85A3D88172}"/>
          </ac:spMkLst>
        </pc:spChg>
        <pc:spChg chg="add del mod">
          <ac:chgData name="동균 유" userId="5b440d0c5caf5392" providerId="LiveId" clId="{7575D443-0738-4A9C-8581-0F40110DC7EF}" dt="2025-11-16T16:45:11.709" v="3729" actId="478"/>
          <ac:spMkLst>
            <pc:docMk/>
            <pc:sldMk cId="314897162" sldId="296"/>
            <ac:spMk id="19" creationId="{30D4BED0-3EDC-1299-6B19-B7FEA84C9CAB}"/>
          </ac:spMkLst>
        </pc:spChg>
        <pc:spChg chg="add del mod">
          <ac:chgData name="동균 유" userId="5b440d0c5caf5392" providerId="LiveId" clId="{7575D443-0738-4A9C-8581-0F40110DC7EF}" dt="2025-11-16T16:52:22.888" v="4138" actId="478"/>
          <ac:spMkLst>
            <pc:docMk/>
            <pc:sldMk cId="314897162" sldId="296"/>
            <ac:spMk id="21" creationId="{328CC0EA-7826-7970-CE8C-EF35BF059F13}"/>
          </ac:spMkLst>
        </pc:spChg>
        <pc:spChg chg="add mod">
          <ac:chgData name="동균 유" userId="5b440d0c5caf5392" providerId="LiveId" clId="{7575D443-0738-4A9C-8581-0F40110DC7EF}" dt="2025-11-16T16:53:22.603" v="4153" actId="14100"/>
          <ac:spMkLst>
            <pc:docMk/>
            <pc:sldMk cId="314897162" sldId="296"/>
            <ac:spMk id="22" creationId="{E07E0B0F-4706-2C7F-C023-8F584E7E9322}"/>
          </ac:spMkLst>
        </pc:spChg>
        <pc:spChg chg="add mod">
          <ac:chgData name="동균 유" userId="5b440d0c5caf5392" providerId="LiveId" clId="{7575D443-0738-4A9C-8581-0F40110DC7EF}" dt="2025-11-16T16:53:37.781" v="4157" actId="14100"/>
          <ac:spMkLst>
            <pc:docMk/>
            <pc:sldMk cId="314897162" sldId="296"/>
            <ac:spMk id="23" creationId="{7D31957C-36AF-16D4-3DBF-E9A31832038B}"/>
          </ac:spMkLst>
        </pc:spChg>
        <pc:picChg chg="del mod modCrop">
          <ac:chgData name="동균 유" userId="5b440d0c5caf5392" providerId="LiveId" clId="{7575D443-0738-4A9C-8581-0F40110DC7EF}" dt="2025-11-16T16:43:58.635" v="3709" actId="478"/>
          <ac:picMkLst>
            <pc:docMk/>
            <pc:sldMk cId="314897162" sldId="296"/>
            <ac:picMk id="6" creationId="{F3D1EDCB-165F-120C-0D8A-956F83835BDE}"/>
          </ac:picMkLst>
        </pc:picChg>
        <pc:picChg chg="add mod ord modCrop">
          <ac:chgData name="동균 유" userId="5b440d0c5caf5392" providerId="LiveId" clId="{7575D443-0738-4A9C-8581-0F40110DC7EF}" dt="2025-11-16T16:53:42.671" v="4158" actId="1076"/>
          <ac:picMkLst>
            <pc:docMk/>
            <pc:sldMk cId="314897162" sldId="296"/>
            <ac:picMk id="20" creationId="{67F9BD2A-3A38-9D26-F415-75399F49F498}"/>
          </ac:picMkLst>
        </pc:picChg>
      </pc:sldChg>
      <pc:sldChg chg="addSp delSp modSp add del mod">
        <pc:chgData name="동균 유" userId="5b440d0c5caf5392" providerId="LiveId" clId="{7575D443-0738-4A9C-8581-0F40110DC7EF}" dt="2025-11-16T16:43:53.070" v="3708" actId="47"/>
        <pc:sldMkLst>
          <pc:docMk/>
          <pc:sldMk cId="3547368210" sldId="297"/>
        </pc:sldMkLst>
        <pc:spChg chg="del mod">
          <ac:chgData name="동균 유" userId="5b440d0c5caf5392" providerId="LiveId" clId="{7575D443-0738-4A9C-8581-0F40110DC7EF}" dt="2025-11-16T16:39:45.611" v="3691" actId="478"/>
          <ac:spMkLst>
            <pc:docMk/>
            <pc:sldMk cId="3547368210" sldId="297"/>
            <ac:spMk id="2" creationId="{F9B6333D-5BC6-B5EF-EA09-B1DE1E560188}"/>
          </ac:spMkLst>
        </pc:spChg>
        <pc:spChg chg="mod">
          <ac:chgData name="동균 유" userId="5b440d0c5caf5392" providerId="LiveId" clId="{7575D443-0738-4A9C-8581-0F40110DC7EF}" dt="2025-11-16T16:40:50.254" v="3698" actId="1076"/>
          <ac:spMkLst>
            <pc:docMk/>
            <pc:sldMk cId="3547368210" sldId="297"/>
            <ac:spMk id="3" creationId="{8893B06C-BA7E-8C76-A01A-72D02FB64F67}"/>
          </ac:spMkLst>
        </pc:spChg>
        <pc:spChg chg="del mod">
          <ac:chgData name="동균 유" userId="5b440d0c5caf5392" providerId="LiveId" clId="{7575D443-0738-4A9C-8581-0F40110DC7EF}" dt="2025-11-16T16:39:45.611" v="3691" actId="478"/>
          <ac:spMkLst>
            <pc:docMk/>
            <pc:sldMk cId="3547368210" sldId="297"/>
            <ac:spMk id="5" creationId="{02BF3229-4FEC-F8D2-6564-72FC385EB052}"/>
          </ac:spMkLst>
        </pc:spChg>
        <pc:spChg chg="mod">
          <ac:chgData name="동균 유" userId="5b440d0c5caf5392" providerId="LiveId" clId="{7575D443-0738-4A9C-8581-0F40110DC7EF}" dt="2025-11-16T16:42:02.780" v="3703" actId="1076"/>
          <ac:spMkLst>
            <pc:docMk/>
            <pc:sldMk cId="3547368210" sldId="297"/>
            <ac:spMk id="10" creationId="{14773E81-3D72-8A61-0037-0D7D94ABC029}"/>
          </ac:spMkLst>
        </pc:spChg>
        <pc:spChg chg="del mod">
          <ac:chgData name="동균 유" userId="5b440d0c5caf5392" providerId="LiveId" clId="{7575D443-0738-4A9C-8581-0F40110DC7EF}" dt="2025-11-16T16:39:45.611" v="3691" actId="478"/>
          <ac:spMkLst>
            <pc:docMk/>
            <pc:sldMk cId="3547368210" sldId="297"/>
            <ac:spMk id="11" creationId="{C98FC4C3-5C2A-1B85-795F-3F18FA9650C0}"/>
          </ac:spMkLst>
        </pc:spChg>
        <pc:spChg chg="mod">
          <ac:chgData name="동균 유" userId="5b440d0c5caf5392" providerId="LiveId" clId="{7575D443-0738-4A9C-8581-0F40110DC7EF}" dt="2025-11-16T16:40:50.254" v="3698" actId="1076"/>
          <ac:spMkLst>
            <pc:docMk/>
            <pc:sldMk cId="3547368210" sldId="297"/>
            <ac:spMk id="12" creationId="{F34A442D-3F40-6035-46DF-37766814325B}"/>
          </ac:spMkLst>
        </pc:spChg>
        <pc:spChg chg="add mod">
          <ac:chgData name="동균 유" userId="5b440d0c5caf5392" providerId="LiveId" clId="{7575D443-0738-4A9C-8581-0F40110DC7EF}" dt="2025-11-16T16:42:12.770" v="3704"/>
          <ac:spMkLst>
            <pc:docMk/>
            <pc:sldMk cId="3547368210" sldId="297"/>
            <ac:spMk id="15" creationId="{080B33C0-F03B-B785-3476-B00296E00653}"/>
          </ac:spMkLst>
        </pc:spChg>
        <pc:picChg chg="mod modCrop">
          <ac:chgData name="동균 유" userId="5b440d0c5caf5392" providerId="LiveId" clId="{7575D443-0738-4A9C-8581-0F40110DC7EF}" dt="2025-11-16T16:39:35.216" v="3690" actId="14100"/>
          <ac:picMkLst>
            <pc:docMk/>
            <pc:sldMk cId="3547368210" sldId="297"/>
            <ac:picMk id="6" creationId="{0A671B5A-5D8F-C949-923B-6906E382F1FB}"/>
          </ac:picMkLst>
        </pc:picChg>
      </pc:sldChg>
      <pc:sldChg chg="addSp delSp modSp add mod">
        <pc:chgData name="동균 유" userId="5b440d0c5caf5392" providerId="LiveId" clId="{7575D443-0738-4A9C-8581-0F40110DC7EF}" dt="2025-11-16T17:17:03.830" v="5313" actId="22"/>
        <pc:sldMkLst>
          <pc:docMk/>
          <pc:sldMk cId="3578617113" sldId="297"/>
        </pc:sldMkLst>
        <pc:spChg chg="mod">
          <ac:chgData name="동균 유" userId="5b440d0c5caf5392" providerId="LiveId" clId="{7575D443-0738-4A9C-8581-0F40110DC7EF}" dt="2025-11-16T17:06:48.965" v="4866" actId="20577"/>
          <ac:spMkLst>
            <pc:docMk/>
            <pc:sldMk cId="3578617113" sldId="297"/>
            <ac:spMk id="7" creationId="{241A55FE-24B3-7B39-FCAF-76E8580EBB76}"/>
          </ac:spMkLst>
        </pc:spChg>
        <pc:spChg chg="mod">
          <ac:chgData name="동균 유" userId="5b440d0c5caf5392" providerId="LiveId" clId="{7575D443-0738-4A9C-8581-0F40110DC7EF}" dt="2025-11-16T17:14:29.510" v="5301" actId="20577"/>
          <ac:spMkLst>
            <pc:docMk/>
            <pc:sldMk cId="3578617113" sldId="297"/>
            <ac:spMk id="13" creationId="{981460A8-E2A7-952F-DF62-ED1F4BCA60E8}"/>
          </ac:spMkLst>
        </pc:spChg>
        <pc:spChg chg="del">
          <ac:chgData name="동균 유" userId="5b440d0c5caf5392" providerId="LiveId" clId="{7575D443-0738-4A9C-8581-0F40110DC7EF}" dt="2025-11-16T17:07:03.946" v="4870" actId="478"/>
          <ac:spMkLst>
            <pc:docMk/>
            <pc:sldMk cId="3578617113" sldId="297"/>
            <ac:spMk id="17" creationId="{CA509DA5-077C-439E-06BC-BA203FA56034}"/>
          </ac:spMkLst>
        </pc:spChg>
        <pc:spChg chg="add del">
          <ac:chgData name="동균 유" userId="5b440d0c5caf5392" providerId="LiveId" clId="{7575D443-0738-4A9C-8581-0F40110DC7EF}" dt="2025-11-16T17:17:03.830" v="5313" actId="22"/>
          <ac:spMkLst>
            <pc:docMk/>
            <pc:sldMk cId="3578617113" sldId="297"/>
            <ac:spMk id="22" creationId="{489D8BEA-E4FF-8B1E-69BE-454FE324F4E1}"/>
          </ac:spMkLst>
        </pc:spChg>
        <pc:picChg chg="add del mod modCrop">
          <ac:chgData name="동균 유" userId="5b440d0c5caf5392" providerId="LiveId" clId="{7575D443-0738-4A9C-8581-0F40110DC7EF}" dt="2025-11-16T17:13:26.951" v="5168" actId="478"/>
          <ac:picMkLst>
            <pc:docMk/>
            <pc:sldMk cId="3578617113" sldId="297"/>
            <ac:picMk id="3" creationId="{EEDBA0F9-0040-F8AB-48A6-A5A38CDE4316}"/>
          </ac:picMkLst>
        </pc:picChg>
        <pc:picChg chg="add del mod modCrop">
          <ac:chgData name="동균 유" userId="5b440d0c5caf5392" providerId="LiveId" clId="{7575D443-0738-4A9C-8581-0F40110DC7EF}" dt="2025-11-16T17:13:27.967" v="5169" actId="478"/>
          <ac:picMkLst>
            <pc:docMk/>
            <pc:sldMk cId="3578617113" sldId="297"/>
            <ac:picMk id="11" creationId="{B778AD65-4BF7-3845-6649-1CACAC7348A5}"/>
          </ac:picMkLst>
        </pc:picChg>
        <pc:picChg chg="del">
          <ac:chgData name="동균 유" userId="5b440d0c5caf5392" providerId="LiveId" clId="{7575D443-0738-4A9C-8581-0F40110DC7EF}" dt="2025-11-16T17:07:02.803" v="4868" actId="478"/>
          <ac:picMkLst>
            <pc:docMk/>
            <pc:sldMk cId="3578617113" sldId="297"/>
            <ac:picMk id="12" creationId="{9368C7DE-3FF9-1F64-B145-0919BF2A6FF8}"/>
          </ac:picMkLst>
        </pc:picChg>
        <pc:picChg chg="del">
          <ac:chgData name="동균 유" userId="5b440d0c5caf5392" providerId="LiveId" clId="{7575D443-0738-4A9C-8581-0F40110DC7EF}" dt="2025-11-16T17:07:03.418" v="4869" actId="478"/>
          <ac:picMkLst>
            <pc:docMk/>
            <pc:sldMk cId="3578617113" sldId="297"/>
            <ac:picMk id="16" creationId="{A5D7B38C-C86E-A6A7-9741-534E45695998}"/>
          </ac:picMkLst>
        </pc:picChg>
        <pc:picChg chg="add mod modCrop">
          <ac:chgData name="동균 유" userId="5b440d0c5caf5392" providerId="LiveId" clId="{7575D443-0738-4A9C-8581-0F40110DC7EF}" dt="2025-11-16T17:14:56.961" v="5311" actId="1076"/>
          <ac:picMkLst>
            <pc:docMk/>
            <pc:sldMk cId="3578617113" sldId="297"/>
            <ac:picMk id="18" creationId="{B257B347-B646-36D6-C61B-86CA57E1F5E2}"/>
          </ac:picMkLst>
        </pc:picChg>
        <pc:picChg chg="add mod modCrop">
          <ac:chgData name="동균 유" userId="5b440d0c5caf5392" providerId="LiveId" clId="{7575D443-0738-4A9C-8581-0F40110DC7EF}" dt="2025-11-16T17:14:54.947" v="5310" actId="1076"/>
          <ac:picMkLst>
            <pc:docMk/>
            <pc:sldMk cId="3578617113" sldId="297"/>
            <ac:picMk id="20" creationId="{485752EA-31B6-D8AB-65B5-D77FD64F0CDF}"/>
          </ac:picMkLst>
        </pc:picChg>
      </pc:sldChg>
      <pc:sldChg chg="addSp delSp modSp add mod modNotesTx">
        <pc:chgData name="동균 유" userId="5b440d0c5caf5392" providerId="LiveId" clId="{7575D443-0738-4A9C-8581-0F40110DC7EF}" dt="2025-11-16T18:17:59.438" v="7708" actId="1076"/>
        <pc:sldMkLst>
          <pc:docMk/>
          <pc:sldMk cId="821764200" sldId="298"/>
        </pc:sldMkLst>
        <pc:spChg chg="mod">
          <ac:chgData name="동균 유" userId="5b440d0c5caf5392" providerId="LiveId" clId="{7575D443-0738-4A9C-8581-0F40110DC7EF}" dt="2025-11-16T17:17:17.333" v="5334" actId="20577"/>
          <ac:spMkLst>
            <pc:docMk/>
            <pc:sldMk cId="821764200" sldId="298"/>
            <ac:spMk id="6" creationId="{2B54558D-4700-DC2A-24C6-CEC1297D8DE5}"/>
          </ac:spMkLst>
        </pc:spChg>
        <pc:spChg chg="mod">
          <ac:chgData name="동균 유" userId="5b440d0c5caf5392" providerId="LiveId" clId="{7575D443-0738-4A9C-8581-0F40110DC7EF}" dt="2025-11-16T17:24:00.864" v="5965" actId="14100"/>
          <ac:spMkLst>
            <pc:docMk/>
            <pc:sldMk cId="821764200" sldId="298"/>
            <ac:spMk id="7" creationId="{8DA5B82E-D9FC-439A-E8AB-3A41B7492867}"/>
          </ac:spMkLst>
        </pc:spChg>
        <pc:spChg chg="mod">
          <ac:chgData name="동균 유" userId="5b440d0c5caf5392" providerId="LiveId" clId="{7575D443-0738-4A9C-8581-0F40110DC7EF}" dt="2025-11-16T18:10:12.908" v="7153" actId="1076"/>
          <ac:spMkLst>
            <pc:docMk/>
            <pc:sldMk cId="821764200" sldId="298"/>
            <ac:spMk id="13" creationId="{64FD5D98-B6EE-519F-41DC-018B6CF86138}"/>
          </ac:spMkLst>
        </pc:spChg>
        <pc:spChg chg="add mod">
          <ac:chgData name="동균 유" userId="5b440d0c5caf5392" providerId="LiveId" clId="{7575D443-0738-4A9C-8581-0F40110DC7EF}" dt="2025-11-16T18:10:08.148" v="7152" actId="1076"/>
          <ac:spMkLst>
            <pc:docMk/>
            <pc:sldMk cId="821764200" sldId="298"/>
            <ac:spMk id="22" creationId="{5F3C342A-1497-0FD1-41AE-017C998BA887}"/>
          </ac:spMkLst>
        </pc:spChg>
        <pc:picChg chg="add del mod">
          <ac:chgData name="동균 유" userId="5b440d0c5caf5392" providerId="LiveId" clId="{7575D443-0738-4A9C-8581-0F40110DC7EF}" dt="2025-11-16T17:25:09.114" v="5971" actId="478"/>
          <ac:picMkLst>
            <pc:docMk/>
            <pc:sldMk cId="821764200" sldId="298"/>
            <ac:picMk id="3" creationId="{11EFB34C-2113-1B48-89B5-3F8EF4794BEC}"/>
          </ac:picMkLst>
        </pc:picChg>
        <pc:picChg chg="add mod ord modCrop">
          <ac:chgData name="동균 유" userId="5b440d0c5caf5392" providerId="LiveId" clId="{7575D443-0738-4A9C-8581-0F40110DC7EF}" dt="2025-11-16T18:17:59.438" v="7708" actId="1076"/>
          <ac:picMkLst>
            <pc:docMk/>
            <pc:sldMk cId="821764200" sldId="298"/>
            <ac:picMk id="11" creationId="{AE86BD1E-9806-E89C-D64B-0FAD1F15DBD3}"/>
          </ac:picMkLst>
        </pc:picChg>
        <pc:picChg chg="add del mod">
          <ac:chgData name="동균 유" userId="5b440d0c5caf5392" providerId="LiveId" clId="{7575D443-0738-4A9C-8581-0F40110DC7EF}" dt="2025-11-16T17:52:34.411" v="5985" actId="478"/>
          <ac:picMkLst>
            <pc:docMk/>
            <pc:sldMk cId="821764200" sldId="298"/>
            <ac:picMk id="15" creationId="{7217473A-D7D1-0D2C-8957-75EB4B080A09}"/>
          </ac:picMkLst>
        </pc:picChg>
        <pc:picChg chg="add del mod">
          <ac:chgData name="동균 유" userId="5b440d0c5caf5392" providerId="LiveId" clId="{7575D443-0738-4A9C-8581-0F40110DC7EF}" dt="2025-11-16T17:53:05.786" v="5990" actId="478"/>
          <ac:picMkLst>
            <pc:docMk/>
            <pc:sldMk cId="821764200" sldId="298"/>
            <ac:picMk id="17" creationId="{AD55B993-53EA-3594-3148-6CE0843F0370}"/>
          </ac:picMkLst>
        </pc:picChg>
        <pc:picChg chg="del">
          <ac:chgData name="동균 유" userId="5b440d0c5caf5392" providerId="LiveId" clId="{7575D443-0738-4A9C-8581-0F40110DC7EF}" dt="2025-11-16T17:24:38.433" v="5967" actId="478"/>
          <ac:picMkLst>
            <pc:docMk/>
            <pc:sldMk cId="821764200" sldId="298"/>
            <ac:picMk id="18" creationId="{A69B8C44-26B0-E975-AB12-8815BECBC72F}"/>
          </ac:picMkLst>
        </pc:picChg>
        <pc:picChg chg="del">
          <ac:chgData name="동균 유" userId="5b440d0c5caf5392" providerId="LiveId" clId="{7575D443-0738-4A9C-8581-0F40110DC7EF}" dt="2025-11-16T17:24:39.003" v="5968" actId="478"/>
          <ac:picMkLst>
            <pc:docMk/>
            <pc:sldMk cId="821764200" sldId="298"/>
            <ac:picMk id="20" creationId="{6897052A-1D2D-ED65-1483-F96347F9008B}"/>
          </ac:picMkLst>
        </pc:picChg>
        <pc:picChg chg="add mod modCrop">
          <ac:chgData name="동균 유" userId="5b440d0c5caf5392" providerId="LiveId" clId="{7575D443-0738-4A9C-8581-0F40110DC7EF}" dt="2025-11-16T18:10:21.409" v="7155" actId="1076"/>
          <ac:picMkLst>
            <pc:docMk/>
            <pc:sldMk cId="821764200" sldId="298"/>
            <ac:picMk id="21" creationId="{3F5B8AD9-C871-5452-426C-0E5AC8358129}"/>
          </ac:picMkLst>
        </pc:picChg>
      </pc:sldChg>
      <pc:sldChg chg="addSp delSp modSp add del mod">
        <pc:chgData name="동균 유" userId="5b440d0c5caf5392" providerId="LiveId" clId="{7575D443-0738-4A9C-8581-0F40110DC7EF}" dt="2025-11-16T18:15:23.430" v="7456" actId="47"/>
        <pc:sldMkLst>
          <pc:docMk/>
          <pc:sldMk cId="2603246550" sldId="299"/>
        </pc:sldMkLst>
        <pc:spChg chg="mod">
          <ac:chgData name="동균 유" userId="5b440d0c5caf5392" providerId="LiveId" clId="{7575D443-0738-4A9C-8581-0F40110DC7EF}" dt="2025-11-16T18:03:15.991" v="6778" actId="14100"/>
          <ac:spMkLst>
            <pc:docMk/>
            <pc:sldMk cId="2603246550" sldId="299"/>
            <ac:spMk id="6" creationId="{922AA7DF-44F4-9E0F-0879-7523FB9452EB}"/>
          </ac:spMkLst>
        </pc:spChg>
        <pc:spChg chg="del mod">
          <ac:chgData name="동균 유" userId="5b440d0c5caf5392" providerId="LiveId" clId="{7575D443-0738-4A9C-8581-0F40110DC7EF}" dt="2025-11-16T17:57:30.515" v="6285" actId="478"/>
          <ac:spMkLst>
            <pc:docMk/>
            <pc:sldMk cId="2603246550" sldId="299"/>
            <ac:spMk id="7" creationId="{9245F56F-CF34-5804-6E36-CBF3CDFFA1F2}"/>
          </ac:spMkLst>
        </pc:spChg>
        <pc:spChg chg="mod">
          <ac:chgData name="동균 유" userId="5b440d0c5caf5392" providerId="LiveId" clId="{7575D443-0738-4A9C-8581-0F40110DC7EF}" dt="2025-11-16T18:06:19.316" v="6976" actId="1076"/>
          <ac:spMkLst>
            <pc:docMk/>
            <pc:sldMk cId="2603246550" sldId="299"/>
            <ac:spMk id="13" creationId="{05BBAEE2-BE95-2971-0D37-CCA8306A6537}"/>
          </ac:spMkLst>
        </pc:spChg>
        <pc:picChg chg="add mod">
          <ac:chgData name="동균 유" userId="5b440d0c5caf5392" providerId="LiveId" clId="{7575D443-0738-4A9C-8581-0F40110DC7EF}" dt="2025-11-16T18:06:23.282" v="6977" actId="1076"/>
          <ac:picMkLst>
            <pc:docMk/>
            <pc:sldMk cId="2603246550" sldId="299"/>
            <ac:picMk id="3" creationId="{E8BEF5D6-303C-1938-8C05-C663549340E8}"/>
          </ac:picMkLst>
        </pc:picChg>
        <pc:picChg chg="del">
          <ac:chgData name="동균 유" userId="5b440d0c5caf5392" providerId="LiveId" clId="{7575D443-0738-4A9C-8581-0F40110DC7EF}" dt="2025-11-16T17:56:24.843" v="6267" actId="478"/>
          <ac:picMkLst>
            <pc:docMk/>
            <pc:sldMk cId="2603246550" sldId="299"/>
            <ac:picMk id="11" creationId="{CB42826E-7AC5-C272-6996-7D2794817E62}"/>
          </ac:picMkLst>
        </pc:picChg>
        <pc:picChg chg="add mod modCrop">
          <ac:chgData name="동균 유" userId="5b440d0c5caf5392" providerId="LiveId" clId="{7575D443-0738-4A9C-8581-0F40110DC7EF}" dt="2025-11-16T18:03:40.778" v="6787" actId="1076"/>
          <ac:picMkLst>
            <pc:docMk/>
            <pc:sldMk cId="2603246550" sldId="299"/>
            <ac:picMk id="12" creationId="{A8C120E0-8C17-9164-CD24-B7B13AACD5CE}"/>
          </ac:picMkLst>
        </pc:picChg>
        <pc:picChg chg="del">
          <ac:chgData name="동균 유" userId="5b440d0c5caf5392" providerId="LiveId" clId="{7575D443-0738-4A9C-8581-0F40110DC7EF}" dt="2025-11-16T17:56:26.488" v="6268" actId="478"/>
          <ac:picMkLst>
            <pc:docMk/>
            <pc:sldMk cId="2603246550" sldId="299"/>
            <ac:picMk id="21" creationId="{27C1D83C-5619-CAA1-AC20-796E23EBA654}"/>
          </ac:picMkLst>
        </pc:picChg>
      </pc:sldChg>
      <pc:sldChg chg="modSp add mod modNotesTx">
        <pc:chgData name="동균 유" userId="5b440d0c5caf5392" providerId="LiveId" clId="{7575D443-0738-4A9C-8581-0F40110DC7EF}" dt="2025-11-16T18:17:20.561" v="7707" actId="20577"/>
        <pc:sldMkLst>
          <pc:docMk/>
          <pc:sldMk cId="2687547542" sldId="300"/>
        </pc:sldMkLst>
        <pc:spChg chg="mod">
          <ac:chgData name="동균 유" userId="5b440d0c5caf5392" providerId="LiveId" clId="{7575D443-0738-4A9C-8581-0F40110DC7EF}" dt="2025-11-16T18:15:50.748" v="7490" actId="20577"/>
          <ac:spMkLst>
            <pc:docMk/>
            <pc:sldMk cId="2687547542" sldId="300"/>
            <ac:spMk id="13" creationId="{3E404039-C14C-9137-7946-5FDB12ED1D75}"/>
          </ac:spMkLst>
        </pc:spChg>
        <pc:picChg chg="mod modCrop">
          <ac:chgData name="동균 유" userId="5b440d0c5caf5392" providerId="LiveId" clId="{7575D443-0738-4A9C-8581-0F40110DC7EF}" dt="2025-11-16T18:15:06.851" v="7454" actId="732"/>
          <ac:picMkLst>
            <pc:docMk/>
            <pc:sldMk cId="2687547542" sldId="300"/>
            <ac:picMk id="12" creationId="{C9462E08-C898-FB1A-221F-E73A0F1B3DF5}"/>
          </ac:picMkLst>
        </pc:picChg>
      </pc:sldChg>
      <pc:sldChg chg="addSp delSp modSp add mod">
        <pc:chgData name="동균 유" userId="5b440d0c5caf5392" providerId="LiveId" clId="{7575D443-0738-4A9C-8581-0F40110DC7EF}" dt="2025-11-16T18:42:01.036" v="8294" actId="14100"/>
        <pc:sldMkLst>
          <pc:docMk/>
          <pc:sldMk cId="499730377" sldId="301"/>
        </pc:sldMkLst>
        <pc:spChg chg="mod">
          <ac:chgData name="동균 유" userId="5b440d0c5caf5392" providerId="LiveId" clId="{7575D443-0738-4A9C-8581-0F40110DC7EF}" dt="2025-11-16T18:20:08.587" v="7775" actId="20577"/>
          <ac:spMkLst>
            <pc:docMk/>
            <pc:sldMk cId="499730377" sldId="301"/>
            <ac:spMk id="6" creationId="{98878C6D-C842-AE00-B7A1-6D8495964AA0}"/>
          </ac:spMkLst>
        </pc:spChg>
        <pc:spChg chg="mod">
          <ac:chgData name="동균 유" userId="5b440d0c5caf5392" providerId="LiveId" clId="{7575D443-0738-4A9C-8581-0F40110DC7EF}" dt="2025-11-16T18:42:01.036" v="8294" actId="14100"/>
          <ac:spMkLst>
            <pc:docMk/>
            <pc:sldMk cId="499730377" sldId="301"/>
            <ac:spMk id="13" creationId="{A11C830B-2E81-7520-8D3E-8599467D9FE1}"/>
          </ac:spMkLst>
        </pc:spChg>
        <pc:picChg chg="del">
          <ac:chgData name="동균 유" userId="5b440d0c5caf5392" providerId="LiveId" clId="{7575D443-0738-4A9C-8581-0F40110DC7EF}" dt="2025-11-16T18:19:57.824" v="7773" actId="478"/>
          <ac:picMkLst>
            <pc:docMk/>
            <pc:sldMk cId="499730377" sldId="301"/>
            <ac:picMk id="3" creationId="{911BCA03-4E09-9AC9-931D-D75DF50CC300}"/>
          </ac:picMkLst>
        </pc:picChg>
        <pc:picChg chg="add mod">
          <ac:chgData name="동균 유" userId="5b440d0c5caf5392" providerId="LiveId" clId="{7575D443-0738-4A9C-8581-0F40110DC7EF}" dt="2025-11-16T18:22:30.085" v="7791" actId="1076"/>
          <ac:picMkLst>
            <pc:docMk/>
            <pc:sldMk cId="499730377" sldId="301"/>
            <ac:picMk id="4" creationId="{F352E752-8AD3-B253-4ABF-036CF8C6E68D}"/>
          </ac:picMkLst>
        </pc:picChg>
        <pc:picChg chg="add mod">
          <ac:chgData name="동균 유" userId="5b440d0c5caf5392" providerId="LiveId" clId="{7575D443-0738-4A9C-8581-0F40110DC7EF}" dt="2025-11-16T18:22:33.354" v="7792" actId="14100"/>
          <ac:picMkLst>
            <pc:docMk/>
            <pc:sldMk cId="499730377" sldId="301"/>
            <ac:picMk id="11" creationId="{709491F0-F86F-247A-F077-05D7141FF789}"/>
          </ac:picMkLst>
        </pc:picChg>
        <pc:picChg chg="del">
          <ac:chgData name="동균 유" userId="5b440d0c5caf5392" providerId="LiveId" clId="{7575D443-0738-4A9C-8581-0F40110DC7EF}" dt="2025-11-16T18:19:53.703" v="7771" actId="478"/>
          <ac:picMkLst>
            <pc:docMk/>
            <pc:sldMk cId="499730377" sldId="301"/>
            <ac:picMk id="12" creationId="{6D140463-10BB-381F-B033-1A8C5C89D1E6}"/>
          </ac:picMkLst>
        </pc:picChg>
      </pc:sldChg>
      <pc:sldChg chg="addSp delSp modSp add mod">
        <pc:chgData name="동균 유" userId="5b440d0c5caf5392" providerId="LiveId" clId="{7575D443-0738-4A9C-8581-0F40110DC7EF}" dt="2025-11-17T07:12:32.026" v="11776" actId="2711"/>
        <pc:sldMkLst>
          <pc:docMk/>
          <pc:sldMk cId="2854455035" sldId="302"/>
        </pc:sldMkLst>
        <pc:spChg chg="add mod">
          <ac:chgData name="동균 유" userId="5b440d0c5caf5392" providerId="LiveId" clId="{7575D443-0738-4A9C-8581-0F40110DC7EF}" dt="2025-11-17T06:13:37.155" v="10379" actId="14100"/>
          <ac:spMkLst>
            <pc:docMk/>
            <pc:sldMk cId="2854455035" sldId="302"/>
            <ac:spMk id="2" creationId="{FA916E4F-481B-9C6D-90BF-A571DA2B40E8}"/>
          </ac:spMkLst>
        </pc:spChg>
        <pc:spChg chg="add mod">
          <ac:chgData name="동균 유" userId="5b440d0c5caf5392" providerId="LiveId" clId="{7575D443-0738-4A9C-8581-0F40110DC7EF}" dt="2025-11-17T06:17:31.919" v="10544" actId="14100"/>
          <ac:spMkLst>
            <pc:docMk/>
            <pc:sldMk cId="2854455035" sldId="302"/>
            <ac:spMk id="3" creationId="{758CF609-FE48-4AC3-A599-AE5BC7097846}"/>
          </ac:spMkLst>
        </pc:spChg>
        <pc:spChg chg="del mod topLvl">
          <ac:chgData name="동균 유" userId="5b440d0c5caf5392" providerId="LiveId" clId="{7575D443-0738-4A9C-8581-0F40110DC7EF}" dt="2025-11-16T18:53:11.849" v="9018" actId="478"/>
          <ac:spMkLst>
            <pc:docMk/>
            <pc:sldMk cId="2854455035" sldId="302"/>
            <ac:spMk id="3" creationId="{FEBD151D-31F1-D9D8-1D5C-DBDEA1C76AC2}"/>
          </ac:spMkLst>
        </pc:spChg>
        <pc:spChg chg="add mod">
          <ac:chgData name="동균 유" userId="5b440d0c5caf5392" providerId="LiveId" clId="{7575D443-0738-4A9C-8581-0F40110DC7EF}" dt="2025-11-17T07:12:28.914" v="11775" actId="2711"/>
          <ac:spMkLst>
            <pc:docMk/>
            <pc:sldMk cId="2854455035" sldId="302"/>
            <ac:spMk id="4" creationId="{C542E985-0538-331A-963A-78B2166A76D8}"/>
          </ac:spMkLst>
        </pc:spChg>
        <pc:spChg chg="mod">
          <ac:chgData name="동균 유" userId="5b440d0c5caf5392" providerId="LiveId" clId="{7575D443-0738-4A9C-8581-0F40110DC7EF}" dt="2025-11-16T18:55:28.249" v="9077"/>
          <ac:spMkLst>
            <pc:docMk/>
            <pc:sldMk cId="2854455035" sldId="302"/>
            <ac:spMk id="5" creationId="{42F38D9A-BD88-282D-CB96-AF3E48DDAF77}"/>
          </ac:spMkLst>
        </pc:spChg>
        <pc:spChg chg="mod">
          <ac:chgData name="동균 유" userId="5b440d0c5caf5392" providerId="LiveId" clId="{7575D443-0738-4A9C-8581-0F40110DC7EF}" dt="2025-11-17T06:09:42.692" v="10234" actId="1076"/>
          <ac:spMkLst>
            <pc:docMk/>
            <pc:sldMk cId="2854455035" sldId="302"/>
            <ac:spMk id="6" creationId="{5879DE9C-BA80-11FA-B03B-55157A7683C3}"/>
          </ac:spMkLst>
        </pc:spChg>
        <pc:spChg chg="del mod topLvl">
          <ac:chgData name="동균 유" userId="5b440d0c5caf5392" providerId="LiveId" clId="{7575D443-0738-4A9C-8581-0F40110DC7EF}" dt="2025-11-16T18:53:10.946" v="9017" actId="478"/>
          <ac:spMkLst>
            <pc:docMk/>
            <pc:sldMk cId="2854455035" sldId="302"/>
            <ac:spMk id="7" creationId="{4852720C-C21B-342D-45F0-97A6E8B7B918}"/>
          </ac:spMkLst>
        </pc:spChg>
        <pc:spChg chg="add mod">
          <ac:chgData name="동균 유" userId="5b440d0c5caf5392" providerId="LiveId" clId="{7575D443-0738-4A9C-8581-0F40110DC7EF}" dt="2025-11-17T07:12:32.026" v="11776" actId="2711"/>
          <ac:spMkLst>
            <pc:docMk/>
            <pc:sldMk cId="2854455035" sldId="302"/>
            <ac:spMk id="7" creationId="{999B4F7D-C552-8672-6100-484A17B3BCF2}"/>
          </ac:spMkLst>
        </pc:spChg>
        <pc:spChg chg="del mod">
          <ac:chgData name="동균 유" userId="5b440d0c5caf5392" providerId="LiveId" clId="{7575D443-0738-4A9C-8581-0F40110DC7EF}" dt="2025-11-16T18:43:50.491" v="8324" actId="478"/>
          <ac:spMkLst>
            <pc:docMk/>
            <pc:sldMk cId="2854455035" sldId="302"/>
            <ac:spMk id="13" creationId="{DE1D7BDD-4F74-196F-66D4-4C2B275B48AE}"/>
          </ac:spMkLst>
        </pc:spChg>
        <pc:spChg chg="mod">
          <ac:chgData name="동균 유" userId="5b440d0c5caf5392" providerId="LiveId" clId="{7575D443-0738-4A9C-8581-0F40110DC7EF}" dt="2025-11-16T18:52:26.170" v="9010" actId="207"/>
          <ac:spMkLst>
            <pc:docMk/>
            <pc:sldMk cId="2854455035" sldId="302"/>
            <ac:spMk id="15" creationId="{4F1ED19A-849A-AB30-E2FD-BCF8C24577DB}"/>
          </ac:spMkLst>
        </pc:spChg>
        <pc:spChg chg="mod">
          <ac:chgData name="동균 유" userId="5b440d0c5caf5392" providerId="LiveId" clId="{7575D443-0738-4A9C-8581-0F40110DC7EF}" dt="2025-11-16T18:52:26.170" v="9010" actId="207"/>
          <ac:spMkLst>
            <pc:docMk/>
            <pc:sldMk cId="2854455035" sldId="302"/>
            <ac:spMk id="16" creationId="{1846121A-BB84-6EDD-9A36-44C74D8BC664}"/>
          </ac:spMkLst>
        </pc:spChg>
        <pc:spChg chg="mod">
          <ac:chgData name="동균 유" userId="5b440d0c5caf5392" providerId="LiveId" clId="{7575D443-0738-4A9C-8581-0F40110DC7EF}" dt="2025-11-16T18:52:20.758" v="9009" actId="207"/>
          <ac:spMkLst>
            <pc:docMk/>
            <pc:sldMk cId="2854455035" sldId="302"/>
            <ac:spMk id="18" creationId="{5E981EDE-E738-FB3C-7F8F-CD255A0BE900}"/>
          </ac:spMkLst>
        </pc:spChg>
        <pc:spChg chg="mod">
          <ac:chgData name="동균 유" userId="5b440d0c5caf5392" providerId="LiveId" clId="{7575D443-0738-4A9C-8581-0F40110DC7EF}" dt="2025-11-16T18:52:20.758" v="9009" actId="207"/>
          <ac:spMkLst>
            <pc:docMk/>
            <pc:sldMk cId="2854455035" sldId="302"/>
            <ac:spMk id="19" creationId="{E8B57977-2E85-A8AC-36F6-732EC6A7E164}"/>
          </ac:spMkLst>
        </pc:spChg>
        <pc:spChg chg="mod">
          <ac:chgData name="동균 유" userId="5b440d0c5caf5392" providerId="LiveId" clId="{7575D443-0738-4A9C-8581-0F40110DC7EF}" dt="2025-11-16T18:52:30.637" v="9011" actId="207"/>
          <ac:spMkLst>
            <pc:docMk/>
            <pc:sldMk cId="2854455035" sldId="302"/>
            <ac:spMk id="21" creationId="{D5C5950B-AAA9-130E-B65C-16AA03D5BC1A}"/>
          </ac:spMkLst>
        </pc:spChg>
        <pc:spChg chg="mod">
          <ac:chgData name="동균 유" userId="5b440d0c5caf5392" providerId="LiveId" clId="{7575D443-0738-4A9C-8581-0F40110DC7EF}" dt="2025-11-16T18:52:30.637" v="9011" actId="207"/>
          <ac:spMkLst>
            <pc:docMk/>
            <pc:sldMk cId="2854455035" sldId="302"/>
            <ac:spMk id="22" creationId="{AA29DDB9-3CDA-E1C8-E9C4-EBF6AD9A20A4}"/>
          </ac:spMkLst>
        </pc:spChg>
        <pc:spChg chg="add del mod">
          <ac:chgData name="동균 유" userId="5b440d0c5caf5392" providerId="LiveId" clId="{7575D443-0738-4A9C-8581-0F40110DC7EF}" dt="2025-11-16T18:45:19.584" v="8349" actId="478"/>
          <ac:spMkLst>
            <pc:docMk/>
            <pc:sldMk cId="2854455035" sldId="302"/>
            <ac:spMk id="23" creationId="{E5350C2D-3716-B41B-CDF6-0597103DE396}"/>
          </ac:spMkLst>
        </pc:spChg>
        <pc:spChg chg="add del mod">
          <ac:chgData name="동균 유" userId="5b440d0c5caf5392" providerId="LiveId" clId="{7575D443-0738-4A9C-8581-0F40110DC7EF}" dt="2025-11-16T18:45:22.740" v="8351" actId="478"/>
          <ac:spMkLst>
            <pc:docMk/>
            <pc:sldMk cId="2854455035" sldId="302"/>
            <ac:spMk id="24" creationId="{68AC38D5-9EE9-2D01-089C-C0B63F4DFF31}"/>
          </ac:spMkLst>
        </pc:spChg>
        <pc:spChg chg="add del mod">
          <ac:chgData name="동균 유" userId="5b440d0c5caf5392" providerId="LiveId" clId="{7575D443-0738-4A9C-8581-0F40110DC7EF}" dt="2025-11-16T18:56:40.182" v="9115" actId="478"/>
          <ac:spMkLst>
            <pc:docMk/>
            <pc:sldMk cId="2854455035" sldId="302"/>
            <ac:spMk id="25" creationId="{863CC6D4-A8C6-8F64-2F4B-4AB43B220EDE}"/>
          </ac:spMkLst>
        </pc:spChg>
        <pc:spChg chg="add del mod">
          <ac:chgData name="동균 유" userId="5b440d0c5caf5392" providerId="LiveId" clId="{7575D443-0738-4A9C-8581-0F40110DC7EF}" dt="2025-11-16T18:56:40.182" v="9115" actId="478"/>
          <ac:spMkLst>
            <pc:docMk/>
            <pc:sldMk cId="2854455035" sldId="302"/>
            <ac:spMk id="26" creationId="{2BD65B3B-6BD3-4A9E-1FD1-80AB1560203B}"/>
          </ac:spMkLst>
        </pc:spChg>
        <pc:spChg chg="add del mod">
          <ac:chgData name="동균 유" userId="5b440d0c5caf5392" providerId="LiveId" clId="{7575D443-0738-4A9C-8581-0F40110DC7EF}" dt="2025-11-16T18:56:40.182" v="9115" actId="478"/>
          <ac:spMkLst>
            <pc:docMk/>
            <pc:sldMk cId="2854455035" sldId="302"/>
            <ac:spMk id="27" creationId="{F1FF3D42-FE81-1A7F-2CB8-EDC6673D918B}"/>
          </ac:spMkLst>
        </pc:spChg>
        <pc:spChg chg="add del mod">
          <ac:chgData name="동균 유" userId="5b440d0c5caf5392" providerId="LiveId" clId="{7575D443-0738-4A9C-8581-0F40110DC7EF}" dt="2025-11-16T18:56:40.182" v="9115" actId="478"/>
          <ac:spMkLst>
            <pc:docMk/>
            <pc:sldMk cId="2854455035" sldId="302"/>
            <ac:spMk id="28" creationId="{14D4BACB-1374-D4D6-848A-FCEE40D0A86E}"/>
          </ac:spMkLst>
        </pc:spChg>
        <pc:spChg chg="add del mod">
          <ac:chgData name="동균 유" userId="5b440d0c5caf5392" providerId="LiveId" clId="{7575D443-0738-4A9C-8581-0F40110DC7EF}" dt="2025-11-16T18:56:40.182" v="9115" actId="478"/>
          <ac:spMkLst>
            <pc:docMk/>
            <pc:sldMk cId="2854455035" sldId="302"/>
            <ac:spMk id="29" creationId="{6FCD15F5-6745-FB56-CF15-647CCD945DB5}"/>
          </ac:spMkLst>
        </pc:spChg>
        <pc:spChg chg="add del mod">
          <ac:chgData name="동균 유" userId="5b440d0c5caf5392" providerId="LiveId" clId="{7575D443-0738-4A9C-8581-0F40110DC7EF}" dt="2025-11-16T18:56:40.182" v="9115" actId="478"/>
          <ac:spMkLst>
            <pc:docMk/>
            <pc:sldMk cId="2854455035" sldId="302"/>
            <ac:spMk id="30" creationId="{C389A0D8-7CDB-0BEC-4405-05D04C9FD164}"/>
          </ac:spMkLst>
        </pc:spChg>
        <pc:spChg chg="add del mod">
          <ac:chgData name="동균 유" userId="5b440d0c5caf5392" providerId="LiveId" clId="{7575D443-0738-4A9C-8581-0F40110DC7EF}" dt="2025-11-16T18:56:40.182" v="9115" actId="478"/>
          <ac:spMkLst>
            <pc:docMk/>
            <pc:sldMk cId="2854455035" sldId="302"/>
            <ac:spMk id="31" creationId="{7E9BF549-51F1-C829-1781-95DBA49EB377}"/>
          </ac:spMkLst>
        </pc:spChg>
        <pc:spChg chg="add mod">
          <ac:chgData name="동균 유" userId="5b440d0c5caf5392" providerId="LiveId" clId="{7575D443-0738-4A9C-8581-0F40110DC7EF}" dt="2025-11-16T18:54:56.411" v="9055" actId="20577"/>
          <ac:spMkLst>
            <pc:docMk/>
            <pc:sldMk cId="2854455035" sldId="302"/>
            <ac:spMk id="32" creationId="{423E49B7-BABA-1682-364B-A097E1D95A28}"/>
          </ac:spMkLst>
        </pc:spChg>
        <pc:spChg chg="add del mod ord">
          <ac:chgData name="동균 유" userId="5b440d0c5caf5392" providerId="LiveId" clId="{7575D443-0738-4A9C-8581-0F40110DC7EF}" dt="2025-11-16T18:56:35.546" v="9113" actId="478"/>
          <ac:spMkLst>
            <pc:docMk/>
            <pc:sldMk cId="2854455035" sldId="302"/>
            <ac:spMk id="33" creationId="{BA9397A5-3034-E9FC-F402-122B6AD39D1B}"/>
          </ac:spMkLst>
        </pc:spChg>
        <pc:spChg chg="add del mod ord">
          <ac:chgData name="동균 유" userId="5b440d0c5caf5392" providerId="LiveId" clId="{7575D443-0738-4A9C-8581-0F40110DC7EF}" dt="2025-11-16T18:56:40.182" v="9115" actId="478"/>
          <ac:spMkLst>
            <pc:docMk/>
            <pc:sldMk cId="2854455035" sldId="302"/>
            <ac:spMk id="34" creationId="{4A0AA550-5246-EE77-BFA9-9AB82E533732}"/>
          </ac:spMkLst>
        </pc:spChg>
        <pc:spChg chg="add del mod ord">
          <ac:chgData name="동균 유" userId="5b440d0c5caf5392" providerId="LiveId" clId="{7575D443-0738-4A9C-8581-0F40110DC7EF}" dt="2025-11-16T18:56:40.182" v="9115" actId="478"/>
          <ac:spMkLst>
            <pc:docMk/>
            <pc:sldMk cId="2854455035" sldId="302"/>
            <ac:spMk id="35" creationId="{07DADE2D-86FB-CF1E-2DF1-377362E68F72}"/>
          </ac:spMkLst>
        </pc:spChg>
        <pc:spChg chg="add del mod ord">
          <ac:chgData name="동균 유" userId="5b440d0c5caf5392" providerId="LiveId" clId="{7575D443-0738-4A9C-8581-0F40110DC7EF}" dt="2025-11-16T18:56:40.182" v="9115" actId="478"/>
          <ac:spMkLst>
            <pc:docMk/>
            <pc:sldMk cId="2854455035" sldId="302"/>
            <ac:spMk id="36" creationId="{6B844BDF-36F9-8A20-464A-6292FDA67720}"/>
          </ac:spMkLst>
        </pc:spChg>
        <pc:spChg chg="add mod">
          <ac:chgData name="동균 유" userId="5b440d0c5caf5392" providerId="LiveId" clId="{7575D443-0738-4A9C-8581-0F40110DC7EF}" dt="2025-11-17T05:52:44.017" v="10225" actId="1076"/>
          <ac:spMkLst>
            <pc:docMk/>
            <pc:sldMk cId="2854455035" sldId="302"/>
            <ac:spMk id="39" creationId="{31E10DD5-4B77-2153-6710-40681875F94F}"/>
          </ac:spMkLst>
        </pc:spChg>
        <pc:spChg chg="add mod">
          <ac:chgData name="동균 유" userId="5b440d0c5caf5392" providerId="LiveId" clId="{7575D443-0738-4A9C-8581-0F40110DC7EF}" dt="2025-11-16T19:03:38.754" v="9219"/>
          <ac:spMkLst>
            <pc:docMk/>
            <pc:sldMk cId="2854455035" sldId="302"/>
            <ac:spMk id="40" creationId="{9799A89F-203D-B041-C543-95F546915ECE}"/>
          </ac:spMkLst>
        </pc:spChg>
        <pc:grpChg chg="add del mod">
          <ac:chgData name="동균 유" userId="5b440d0c5caf5392" providerId="LiveId" clId="{7575D443-0738-4A9C-8581-0F40110DC7EF}" dt="2025-11-16T18:53:10.946" v="9017" actId="478"/>
          <ac:grpSpMkLst>
            <pc:docMk/>
            <pc:sldMk cId="2854455035" sldId="302"/>
            <ac:grpSpMk id="2" creationId="{53E7FC7F-A4F8-92BB-CDC8-87F13DE1DFA6}"/>
          </ac:grpSpMkLst>
        </pc:grpChg>
        <pc:grpChg chg="add del mod">
          <ac:chgData name="동균 유" userId="5b440d0c5caf5392" providerId="LiveId" clId="{7575D443-0738-4A9C-8581-0F40110DC7EF}" dt="2025-11-16T18:53:23.458" v="9023" actId="478"/>
          <ac:grpSpMkLst>
            <pc:docMk/>
            <pc:sldMk cId="2854455035" sldId="302"/>
            <ac:grpSpMk id="12" creationId="{C0B0D3A1-B155-A8D2-65C7-21B601E13E85}"/>
          </ac:grpSpMkLst>
        </pc:grpChg>
        <pc:grpChg chg="add del mod">
          <ac:chgData name="동균 유" userId="5b440d0c5caf5392" providerId="LiveId" clId="{7575D443-0738-4A9C-8581-0F40110DC7EF}" dt="2025-11-16T18:53:14.974" v="9019" actId="478"/>
          <ac:grpSpMkLst>
            <pc:docMk/>
            <pc:sldMk cId="2854455035" sldId="302"/>
            <ac:grpSpMk id="17" creationId="{8B9126F3-F283-8626-75F1-3184ECF6E218}"/>
          </ac:grpSpMkLst>
        </pc:grpChg>
        <pc:grpChg chg="add del mod">
          <ac:chgData name="동균 유" userId="5b440d0c5caf5392" providerId="LiveId" clId="{7575D443-0738-4A9C-8581-0F40110DC7EF}" dt="2025-11-16T18:53:25.369" v="9024" actId="478"/>
          <ac:grpSpMkLst>
            <pc:docMk/>
            <pc:sldMk cId="2854455035" sldId="302"/>
            <ac:grpSpMk id="20" creationId="{7F19E969-26CF-4A02-AFC4-180A67BCFD49}"/>
          </ac:grpSpMkLst>
        </pc:grpChg>
        <pc:picChg chg="del mod">
          <ac:chgData name="동균 유" userId="5b440d0c5caf5392" providerId="LiveId" clId="{7575D443-0738-4A9C-8581-0F40110DC7EF}" dt="2025-11-16T18:43:29.073" v="8319" actId="478"/>
          <ac:picMkLst>
            <pc:docMk/>
            <pc:sldMk cId="2854455035" sldId="302"/>
            <ac:picMk id="4" creationId="{3E96CFAB-AA4D-5CD7-0D1E-43BA4B2E9C1C}"/>
          </ac:picMkLst>
        </pc:picChg>
        <pc:picChg chg="del mod">
          <ac:chgData name="동균 유" userId="5b440d0c5caf5392" providerId="LiveId" clId="{7575D443-0738-4A9C-8581-0F40110DC7EF}" dt="2025-11-16T18:43:35.224" v="8322" actId="478"/>
          <ac:picMkLst>
            <pc:docMk/>
            <pc:sldMk cId="2854455035" sldId="302"/>
            <ac:picMk id="11" creationId="{DD1C2F37-24B3-FD65-13D8-FC602D31834D}"/>
          </ac:picMkLst>
        </pc:picChg>
        <pc:picChg chg="add mod ord modCrop">
          <ac:chgData name="동균 유" userId="5b440d0c5caf5392" providerId="LiveId" clId="{7575D443-0738-4A9C-8581-0F40110DC7EF}" dt="2025-11-17T05:51:48.834" v="10223" actId="1076"/>
          <ac:picMkLst>
            <pc:docMk/>
            <pc:sldMk cId="2854455035" sldId="302"/>
            <ac:picMk id="38" creationId="{17F9A90C-41B2-0DC0-10E6-CA86E6AA09F0}"/>
          </ac:picMkLst>
        </pc:picChg>
        <pc:picChg chg="add mod">
          <ac:chgData name="동균 유" userId="5b440d0c5caf5392" providerId="LiveId" clId="{7575D443-0738-4A9C-8581-0F40110DC7EF}" dt="2025-11-17T05:51:24.384" v="10220" actId="1076"/>
          <ac:picMkLst>
            <pc:docMk/>
            <pc:sldMk cId="2854455035" sldId="302"/>
            <ac:picMk id="42" creationId="{09F0B3C4-52FE-D1AC-D1F7-2195FFED1452}"/>
          </ac:picMkLst>
        </pc:picChg>
      </pc:sldChg>
      <pc:sldChg chg="addSp delSp modSp add mod">
        <pc:chgData name="동균 유" userId="5b440d0c5caf5392" providerId="LiveId" clId="{7575D443-0738-4A9C-8581-0F40110DC7EF}" dt="2025-11-17T05:41:40.794" v="10202" actId="20577"/>
        <pc:sldMkLst>
          <pc:docMk/>
          <pc:sldMk cId="1465564267" sldId="303"/>
        </pc:sldMkLst>
        <pc:spChg chg="add mod">
          <ac:chgData name="동균 유" userId="5b440d0c5caf5392" providerId="LiveId" clId="{7575D443-0738-4A9C-8581-0F40110DC7EF}" dt="2025-11-17T05:41:40.794" v="10202" actId="20577"/>
          <ac:spMkLst>
            <pc:docMk/>
            <pc:sldMk cId="1465564267" sldId="303"/>
            <ac:spMk id="2" creationId="{4D5FA02B-CE08-8632-4077-049B4E0636CA}"/>
          </ac:spMkLst>
        </pc:spChg>
        <pc:spChg chg="mod">
          <ac:chgData name="동균 유" userId="5b440d0c5caf5392" providerId="LiveId" clId="{7575D443-0738-4A9C-8581-0F40110DC7EF}" dt="2025-11-16T19:00:55.936" v="9173" actId="1076"/>
          <ac:spMkLst>
            <pc:docMk/>
            <pc:sldMk cId="1465564267" sldId="303"/>
            <ac:spMk id="5" creationId="{07033857-1651-8E9C-C3B4-19068988D829}"/>
          </ac:spMkLst>
        </pc:spChg>
        <pc:spChg chg="mod">
          <ac:chgData name="동균 유" userId="5b440d0c5caf5392" providerId="LiveId" clId="{7575D443-0738-4A9C-8581-0F40110DC7EF}" dt="2025-11-16T19:01:41.134" v="9204" actId="20577"/>
          <ac:spMkLst>
            <pc:docMk/>
            <pc:sldMk cId="1465564267" sldId="303"/>
            <ac:spMk id="6" creationId="{064EA874-9173-DDE0-572E-AB9A6FF7BEEC}"/>
          </ac:spMkLst>
        </pc:spChg>
        <pc:spChg chg="add mod">
          <ac:chgData name="동균 유" userId="5b440d0c5caf5392" providerId="LiveId" clId="{7575D443-0738-4A9C-8581-0F40110DC7EF}" dt="2025-11-17T05:13:55.316" v="9511" actId="14100"/>
          <ac:spMkLst>
            <pc:docMk/>
            <pc:sldMk cId="1465564267" sldId="303"/>
            <ac:spMk id="7" creationId="{C9669E84-AE39-9E71-380D-02A36DBDAA90}"/>
          </ac:spMkLst>
        </pc:spChg>
        <pc:spChg chg="del">
          <ac:chgData name="동균 유" userId="5b440d0c5caf5392" providerId="LiveId" clId="{7575D443-0738-4A9C-8581-0F40110DC7EF}" dt="2025-11-16T19:00:59.466" v="9174" actId="478"/>
          <ac:spMkLst>
            <pc:docMk/>
            <pc:sldMk cId="1465564267" sldId="303"/>
            <ac:spMk id="13" creationId="{EFF9C4A9-828B-FDB6-E9B5-AC18B182A2A4}"/>
          </ac:spMkLst>
        </pc:spChg>
        <pc:picChg chg="add mod">
          <ac:chgData name="동균 유" userId="5b440d0c5caf5392" providerId="LiveId" clId="{7575D443-0738-4A9C-8581-0F40110DC7EF}" dt="2025-11-16T19:06:28.686" v="9239" actId="1076"/>
          <ac:picMkLst>
            <pc:docMk/>
            <pc:sldMk cId="1465564267" sldId="303"/>
            <ac:picMk id="3" creationId="{780E9187-E3CA-732B-A114-38E54A1C0726}"/>
          </ac:picMkLst>
        </pc:picChg>
        <pc:picChg chg="del">
          <ac:chgData name="동균 유" userId="5b440d0c5caf5392" providerId="LiveId" clId="{7575D443-0738-4A9C-8581-0F40110DC7EF}" dt="2025-11-16T19:00:52.754" v="9171" actId="478"/>
          <ac:picMkLst>
            <pc:docMk/>
            <pc:sldMk cId="1465564267" sldId="303"/>
            <ac:picMk id="4" creationId="{2B793C99-D4AC-2E88-B0C6-9F98EE17F3D0}"/>
          </ac:picMkLst>
        </pc:picChg>
        <pc:picChg chg="del">
          <ac:chgData name="동균 유" userId="5b440d0c5caf5392" providerId="LiveId" clId="{7575D443-0738-4A9C-8581-0F40110DC7EF}" dt="2025-11-16T19:00:59.466" v="9174" actId="478"/>
          <ac:picMkLst>
            <pc:docMk/>
            <pc:sldMk cId="1465564267" sldId="303"/>
            <ac:picMk id="11" creationId="{4982930A-656A-74A2-0FB5-C16908DF8E11}"/>
          </ac:picMkLst>
        </pc:picChg>
      </pc:sldChg>
      <pc:sldChg chg="add del">
        <pc:chgData name="동균 유" userId="5b440d0c5caf5392" providerId="LiveId" clId="{7575D443-0738-4A9C-8581-0F40110DC7EF}" dt="2025-11-16T18:55:19.437" v="9057" actId="47"/>
        <pc:sldMkLst>
          <pc:docMk/>
          <pc:sldMk cId="2708796529" sldId="303"/>
        </pc:sldMkLst>
      </pc:sldChg>
      <pc:sldChg chg="addSp delSp modSp add mod modNotesTx">
        <pc:chgData name="동균 유" userId="5b440d0c5caf5392" providerId="LiveId" clId="{7575D443-0738-4A9C-8581-0F40110DC7EF}" dt="2025-11-17T07:11:06.385" v="11769" actId="1076"/>
        <pc:sldMkLst>
          <pc:docMk/>
          <pc:sldMk cId="2719926202" sldId="304"/>
        </pc:sldMkLst>
        <pc:spChg chg="mod">
          <ac:chgData name="동균 유" userId="5b440d0c5caf5392" providerId="LiveId" clId="{7575D443-0738-4A9C-8581-0F40110DC7EF}" dt="2025-11-17T06:35:37.200" v="11016" actId="208"/>
          <ac:spMkLst>
            <pc:docMk/>
            <pc:sldMk cId="2719926202" sldId="304"/>
            <ac:spMk id="5" creationId="{B93C62E4-1AA4-6EFE-0D28-7C2CEC84495F}"/>
          </ac:spMkLst>
        </pc:spChg>
        <pc:spChg chg="del">
          <ac:chgData name="동균 유" userId="5b440d0c5caf5392" providerId="LiveId" clId="{7575D443-0738-4A9C-8581-0F40110DC7EF}" dt="2025-11-17T06:25:46.570" v="10999" actId="478"/>
          <ac:spMkLst>
            <pc:docMk/>
            <pc:sldMk cId="2719926202" sldId="304"/>
            <ac:spMk id="10" creationId="{3BBC283A-960E-E8B2-D030-E36A9885CF5F}"/>
          </ac:spMkLst>
        </pc:spChg>
        <pc:spChg chg="mod">
          <ac:chgData name="동균 유" userId="5b440d0c5caf5392" providerId="LiveId" clId="{7575D443-0738-4A9C-8581-0F40110DC7EF}" dt="2025-11-17T06:25:37.447" v="10998"/>
          <ac:spMkLst>
            <pc:docMk/>
            <pc:sldMk cId="2719926202" sldId="304"/>
            <ac:spMk id="11" creationId="{4701EBAD-CEE0-5915-06F3-5DFD8CEA128E}"/>
          </ac:spMkLst>
        </pc:spChg>
        <pc:spChg chg="del">
          <ac:chgData name="동균 유" userId="5b440d0c5caf5392" providerId="LiveId" clId="{7575D443-0738-4A9C-8581-0F40110DC7EF}" dt="2025-11-17T06:25:46.570" v="10999" actId="478"/>
          <ac:spMkLst>
            <pc:docMk/>
            <pc:sldMk cId="2719926202" sldId="304"/>
            <ac:spMk id="12" creationId="{37A6787D-286A-926D-B465-AAD661F0A72B}"/>
          </ac:spMkLst>
        </pc:spChg>
        <pc:spChg chg="del">
          <ac:chgData name="동균 유" userId="5b440d0c5caf5392" providerId="LiveId" clId="{7575D443-0738-4A9C-8581-0F40110DC7EF}" dt="2025-11-17T06:25:46.570" v="10999" actId="478"/>
          <ac:spMkLst>
            <pc:docMk/>
            <pc:sldMk cId="2719926202" sldId="304"/>
            <ac:spMk id="13" creationId="{9874D974-0E0F-19E3-27A1-FE5D8018093E}"/>
          </ac:spMkLst>
        </pc:spChg>
        <pc:spChg chg="del">
          <ac:chgData name="동균 유" userId="5b440d0c5caf5392" providerId="LiveId" clId="{7575D443-0738-4A9C-8581-0F40110DC7EF}" dt="2025-11-17T06:25:46.570" v="10999" actId="478"/>
          <ac:spMkLst>
            <pc:docMk/>
            <pc:sldMk cId="2719926202" sldId="304"/>
            <ac:spMk id="14" creationId="{C2BE3E3A-3B93-D169-88B4-2313AFBA3B82}"/>
          </ac:spMkLst>
        </pc:spChg>
        <pc:spChg chg="del">
          <ac:chgData name="동균 유" userId="5b440d0c5caf5392" providerId="LiveId" clId="{7575D443-0738-4A9C-8581-0F40110DC7EF}" dt="2025-11-17T06:25:46.570" v="10999" actId="478"/>
          <ac:spMkLst>
            <pc:docMk/>
            <pc:sldMk cId="2719926202" sldId="304"/>
            <ac:spMk id="15" creationId="{E47F996C-E0AA-941E-E0EC-1550BE3E18BA}"/>
          </ac:spMkLst>
        </pc:spChg>
        <pc:spChg chg="mod">
          <ac:chgData name="동균 유" userId="5b440d0c5caf5392" providerId="LiveId" clId="{7575D443-0738-4A9C-8581-0F40110DC7EF}" dt="2025-11-17T06:35:42.400" v="11017" actId="2085"/>
          <ac:spMkLst>
            <pc:docMk/>
            <pc:sldMk cId="2719926202" sldId="304"/>
            <ac:spMk id="16" creationId="{F1FD5DC2-0C07-5C94-6258-220EC0C4A0D1}"/>
          </ac:spMkLst>
        </pc:spChg>
        <pc:spChg chg="del">
          <ac:chgData name="동균 유" userId="5b440d0c5caf5392" providerId="LiveId" clId="{7575D443-0738-4A9C-8581-0F40110DC7EF}" dt="2025-11-17T06:25:46.570" v="10999" actId="478"/>
          <ac:spMkLst>
            <pc:docMk/>
            <pc:sldMk cId="2719926202" sldId="304"/>
            <ac:spMk id="17" creationId="{BBA32284-9BB5-E8FB-3E37-B54D59A0779B}"/>
          </ac:spMkLst>
        </pc:spChg>
        <pc:spChg chg="del">
          <ac:chgData name="동균 유" userId="5b440d0c5caf5392" providerId="LiveId" clId="{7575D443-0738-4A9C-8581-0F40110DC7EF}" dt="2025-11-17T06:25:46.570" v="10999" actId="478"/>
          <ac:spMkLst>
            <pc:docMk/>
            <pc:sldMk cId="2719926202" sldId="304"/>
            <ac:spMk id="18" creationId="{9BD23561-878D-4624-2DE6-34359052746F}"/>
          </ac:spMkLst>
        </pc:spChg>
        <pc:spChg chg="del">
          <ac:chgData name="동균 유" userId="5b440d0c5caf5392" providerId="LiveId" clId="{7575D443-0738-4A9C-8581-0F40110DC7EF}" dt="2025-11-17T06:25:46.570" v="10999" actId="478"/>
          <ac:spMkLst>
            <pc:docMk/>
            <pc:sldMk cId="2719926202" sldId="304"/>
            <ac:spMk id="19" creationId="{CB518181-AA32-0A6A-A091-80B9D36BDBCC}"/>
          </ac:spMkLst>
        </pc:spChg>
        <pc:spChg chg="del">
          <ac:chgData name="동균 유" userId="5b440d0c5caf5392" providerId="LiveId" clId="{7575D443-0738-4A9C-8581-0F40110DC7EF}" dt="2025-11-17T06:25:46.570" v="10999" actId="478"/>
          <ac:spMkLst>
            <pc:docMk/>
            <pc:sldMk cId="2719926202" sldId="304"/>
            <ac:spMk id="20" creationId="{E2851683-6047-A95E-7354-9DA375B17AC0}"/>
          </ac:spMkLst>
        </pc:spChg>
        <pc:spChg chg="mod">
          <ac:chgData name="동균 유" userId="5b440d0c5caf5392" providerId="LiveId" clId="{7575D443-0738-4A9C-8581-0F40110DC7EF}" dt="2025-11-17T06:36:23.516" v="11020"/>
          <ac:spMkLst>
            <pc:docMk/>
            <pc:sldMk cId="2719926202" sldId="304"/>
            <ac:spMk id="22" creationId="{3E0C7B0C-CE79-0C74-CC91-0EF78F1738E3}"/>
          </ac:spMkLst>
        </pc:spChg>
        <pc:spChg chg="mod">
          <ac:chgData name="동균 유" userId="5b440d0c5caf5392" providerId="LiveId" clId="{7575D443-0738-4A9C-8581-0F40110DC7EF}" dt="2025-11-17T06:36:23.516" v="11020"/>
          <ac:spMkLst>
            <pc:docMk/>
            <pc:sldMk cId="2719926202" sldId="304"/>
            <ac:spMk id="23" creationId="{00813160-904D-0482-291B-8AF874E1905D}"/>
          </ac:spMkLst>
        </pc:spChg>
        <pc:spChg chg="mod">
          <ac:chgData name="동균 유" userId="5b440d0c5caf5392" providerId="LiveId" clId="{7575D443-0738-4A9C-8581-0F40110DC7EF}" dt="2025-11-17T06:36:41.194" v="11028"/>
          <ac:spMkLst>
            <pc:docMk/>
            <pc:sldMk cId="2719926202" sldId="304"/>
            <ac:spMk id="25" creationId="{CD9577F6-76B0-1F85-798A-2AC4EFCDEEFB}"/>
          </ac:spMkLst>
        </pc:spChg>
        <pc:spChg chg="mod">
          <ac:chgData name="동균 유" userId="5b440d0c5caf5392" providerId="LiveId" clId="{7575D443-0738-4A9C-8581-0F40110DC7EF}" dt="2025-11-17T06:36:41.194" v="11028"/>
          <ac:spMkLst>
            <pc:docMk/>
            <pc:sldMk cId="2719926202" sldId="304"/>
            <ac:spMk id="26" creationId="{2A936BAD-716F-CDB0-8D5D-0BE02C7D3849}"/>
          </ac:spMkLst>
        </pc:spChg>
        <pc:spChg chg="mod">
          <ac:chgData name="동균 유" userId="5b440d0c5caf5392" providerId="LiveId" clId="{7575D443-0738-4A9C-8581-0F40110DC7EF}" dt="2025-11-17T06:37:28.360" v="11032"/>
          <ac:spMkLst>
            <pc:docMk/>
            <pc:sldMk cId="2719926202" sldId="304"/>
            <ac:spMk id="28" creationId="{DA914710-C626-22D7-E190-34CA11AAFF93}"/>
          </ac:spMkLst>
        </pc:spChg>
        <pc:spChg chg="mod">
          <ac:chgData name="동균 유" userId="5b440d0c5caf5392" providerId="LiveId" clId="{7575D443-0738-4A9C-8581-0F40110DC7EF}" dt="2025-11-17T06:37:28.360" v="11032"/>
          <ac:spMkLst>
            <pc:docMk/>
            <pc:sldMk cId="2719926202" sldId="304"/>
            <ac:spMk id="29" creationId="{66C7B3BF-5C78-3989-A708-64AC89755145}"/>
          </ac:spMkLst>
        </pc:spChg>
        <pc:spChg chg="mod">
          <ac:chgData name="동균 유" userId="5b440d0c5caf5392" providerId="LiveId" clId="{7575D443-0738-4A9C-8581-0F40110DC7EF}" dt="2025-11-17T06:37:43.448" v="11043"/>
          <ac:spMkLst>
            <pc:docMk/>
            <pc:sldMk cId="2719926202" sldId="304"/>
            <ac:spMk id="31" creationId="{1301CC64-670D-A98C-4506-D841ECC32F3E}"/>
          </ac:spMkLst>
        </pc:spChg>
        <pc:spChg chg="mod">
          <ac:chgData name="동균 유" userId="5b440d0c5caf5392" providerId="LiveId" clId="{7575D443-0738-4A9C-8581-0F40110DC7EF}" dt="2025-11-17T06:37:43.448" v="11043"/>
          <ac:spMkLst>
            <pc:docMk/>
            <pc:sldMk cId="2719926202" sldId="304"/>
            <ac:spMk id="32" creationId="{C44A6214-3ADF-C5E1-F122-EC654A0D7051}"/>
          </ac:spMkLst>
        </pc:spChg>
        <pc:spChg chg="mod">
          <ac:chgData name="동균 유" userId="5b440d0c5caf5392" providerId="LiveId" clId="{7575D443-0738-4A9C-8581-0F40110DC7EF}" dt="2025-11-17T06:37:53.545" v="11045"/>
          <ac:spMkLst>
            <pc:docMk/>
            <pc:sldMk cId="2719926202" sldId="304"/>
            <ac:spMk id="34" creationId="{5A4515E4-0B40-0F1B-BB32-F58F6AB86763}"/>
          </ac:spMkLst>
        </pc:spChg>
        <pc:spChg chg="mod">
          <ac:chgData name="동균 유" userId="5b440d0c5caf5392" providerId="LiveId" clId="{7575D443-0738-4A9C-8581-0F40110DC7EF}" dt="2025-11-17T06:37:53.545" v="11045"/>
          <ac:spMkLst>
            <pc:docMk/>
            <pc:sldMk cId="2719926202" sldId="304"/>
            <ac:spMk id="35" creationId="{9512385F-4AC1-BF0A-9B09-B360EBD0C64A}"/>
          </ac:spMkLst>
        </pc:spChg>
        <pc:spChg chg="mod">
          <ac:chgData name="동균 유" userId="5b440d0c5caf5392" providerId="LiveId" clId="{7575D443-0738-4A9C-8581-0F40110DC7EF}" dt="2025-11-17T06:37:56.513" v="11047"/>
          <ac:spMkLst>
            <pc:docMk/>
            <pc:sldMk cId="2719926202" sldId="304"/>
            <ac:spMk id="37" creationId="{AE2B4AF8-32C0-B121-15B0-25CD2B22B42E}"/>
          </ac:spMkLst>
        </pc:spChg>
        <pc:spChg chg="mod">
          <ac:chgData name="동균 유" userId="5b440d0c5caf5392" providerId="LiveId" clId="{7575D443-0738-4A9C-8581-0F40110DC7EF}" dt="2025-11-17T06:37:56.513" v="11047"/>
          <ac:spMkLst>
            <pc:docMk/>
            <pc:sldMk cId="2719926202" sldId="304"/>
            <ac:spMk id="38" creationId="{A79E33FD-907B-F77C-BCB1-7B87D72352BF}"/>
          </ac:spMkLst>
        </pc:spChg>
        <pc:spChg chg="add mod">
          <ac:chgData name="동균 유" userId="5b440d0c5caf5392" providerId="LiveId" clId="{7575D443-0738-4A9C-8581-0F40110DC7EF}" dt="2025-11-17T06:38:54.697" v="11061" actId="1076"/>
          <ac:spMkLst>
            <pc:docMk/>
            <pc:sldMk cId="2719926202" sldId="304"/>
            <ac:spMk id="39" creationId="{5481DBE2-9AF3-15A1-1A9B-402E3A942A6E}"/>
          </ac:spMkLst>
        </pc:spChg>
        <pc:spChg chg="add mod">
          <ac:chgData name="동균 유" userId="5b440d0c5caf5392" providerId="LiveId" clId="{7575D443-0738-4A9C-8581-0F40110DC7EF}" dt="2025-11-17T06:38:54.697" v="11061" actId="1076"/>
          <ac:spMkLst>
            <pc:docMk/>
            <pc:sldMk cId="2719926202" sldId="304"/>
            <ac:spMk id="40" creationId="{729076F4-6464-5DE2-FE6D-75D88E6BC3CB}"/>
          </ac:spMkLst>
        </pc:spChg>
        <pc:spChg chg="add mod">
          <ac:chgData name="동균 유" userId="5b440d0c5caf5392" providerId="LiveId" clId="{7575D443-0738-4A9C-8581-0F40110DC7EF}" dt="2025-11-17T06:38:54.697" v="11061" actId="1076"/>
          <ac:spMkLst>
            <pc:docMk/>
            <pc:sldMk cId="2719926202" sldId="304"/>
            <ac:spMk id="41" creationId="{6A4C7883-944E-E5F4-F0EC-C3A6A2F62E6E}"/>
          </ac:spMkLst>
        </pc:spChg>
        <pc:spChg chg="add mod">
          <ac:chgData name="동균 유" userId="5b440d0c5caf5392" providerId="LiveId" clId="{7575D443-0738-4A9C-8581-0F40110DC7EF}" dt="2025-11-17T06:41:19.298" v="11184" actId="14100"/>
          <ac:spMkLst>
            <pc:docMk/>
            <pc:sldMk cId="2719926202" sldId="304"/>
            <ac:spMk id="42" creationId="{D034E2E0-4796-3438-A70D-1F42C746889E}"/>
          </ac:spMkLst>
        </pc:spChg>
        <pc:spChg chg="add mod">
          <ac:chgData name="동균 유" userId="5b440d0c5caf5392" providerId="LiveId" clId="{7575D443-0738-4A9C-8581-0F40110DC7EF}" dt="2025-11-17T07:11:06.385" v="11769" actId="1076"/>
          <ac:spMkLst>
            <pc:docMk/>
            <pc:sldMk cId="2719926202" sldId="304"/>
            <ac:spMk id="43" creationId="{9F43EA8B-D866-4895-A43E-D894AA58E55B}"/>
          </ac:spMkLst>
        </pc:spChg>
        <pc:spChg chg="add del">
          <ac:chgData name="동균 유" userId="5b440d0c5caf5392" providerId="LiveId" clId="{7575D443-0738-4A9C-8581-0F40110DC7EF}" dt="2025-11-17T06:44:30.731" v="11281" actId="22"/>
          <ac:spMkLst>
            <pc:docMk/>
            <pc:sldMk cId="2719926202" sldId="304"/>
            <ac:spMk id="45" creationId="{50446B57-FB34-21B2-F2F7-4AAD4AF22621}"/>
          </ac:spMkLst>
        </pc:spChg>
        <pc:spChg chg="add mod">
          <ac:chgData name="동균 유" userId="5b440d0c5caf5392" providerId="LiveId" clId="{7575D443-0738-4A9C-8581-0F40110DC7EF}" dt="2025-11-17T07:04:41.562" v="11616"/>
          <ac:spMkLst>
            <pc:docMk/>
            <pc:sldMk cId="2719926202" sldId="304"/>
            <ac:spMk id="46" creationId="{3BE937C6-EBAE-A4C9-D2F1-BD738539D884}"/>
          </ac:spMkLst>
        </pc:spChg>
        <pc:spChg chg="add mod">
          <ac:chgData name="동균 유" userId="5b440d0c5caf5392" providerId="LiveId" clId="{7575D443-0738-4A9C-8581-0F40110DC7EF}" dt="2025-11-17T07:10:36.332" v="11766" actId="1076"/>
          <ac:spMkLst>
            <pc:docMk/>
            <pc:sldMk cId="2719926202" sldId="304"/>
            <ac:spMk id="47" creationId="{241F4CE0-B06E-4CA5-335E-185B5CEBB37C}"/>
          </ac:spMkLst>
        </pc:spChg>
        <pc:grpChg chg="add del mod">
          <ac:chgData name="동균 유" userId="5b440d0c5caf5392" providerId="LiveId" clId="{7575D443-0738-4A9C-8581-0F40110DC7EF}" dt="2025-11-17T06:36:16.272" v="11019" actId="478"/>
          <ac:grpSpMkLst>
            <pc:docMk/>
            <pc:sldMk cId="2719926202" sldId="304"/>
            <ac:grpSpMk id="4" creationId="{8B5A3B36-315E-A661-39E7-786DE9D5E4EF}"/>
          </ac:grpSpMkLst>
        </pc:grpChg>
        <pc:grpChg chg="add del mod">
          <ac:chgData name="동균 유" userId="5b440d0c5caf5392" providerId="LiveId" clId="{7575D443-0738-4A9C-8581-0F40110DC7EF}" dt="2025-11-17T06:37:34.504" v="11038" actId="478"/>
          <ac:grpSpMkLst>
            <pc:docMk/>
            <pc:sldMk cId="2719926202" sldId="304"/>
            <ac:grpSpMk id="21" creationId="{23E0FA16-4D56-60C6-E062-4BC64754B1E4}"/>
          </ac:grpSpMkLst>
        </pc:grpChg>
        <pc:grpChg chg="add del mod">
          <ac:chgData name="동균 유" userId="5b440d0c5caf5392" providerId="LiveId" clId="{7575D443-0738-4A9C-8581-0F40110DC7EF}" dt="2025-11-17T06:37:32.287" v="11035" actId="1076"/>
          <ac:grpSpMkLst>
            <pc:docMk/>
            <pc:sldMk cId="2719926202" sldId="304"/>
            <ac:grpSpMk id="24" creationId="{A1E166B5-88D4-5572-8D79-B7F6D0917784}"/>
          </ac:grpSpMkLst>
        </pc:grpChg>
        <pc:grpChg chg="add mod">
          <ac:chgData name="동균 유" userId="5b440d0c5caf5392" providerId="LiveId" clId="{7575D443-0738-4A9C-8581-0F40110DC7EF}" dt="2025-11-17T06:37:28.360" v="11032"/>
          <ac:grpSpMkLst>
            <pc:docMk/>
            <pc:sldMk cId="2719926202" sldId="304"/>
            <ac:grpSpMk id="27" creationId="{519987EE-93E4-2E6C-A007-7999BE567149}"/>
          </ac:grpSpMkLst>
        </pc:grpChg>
        <pc:grpChg chg="add mod">
          <ac:chgData name="동균 유" userId="5b440d0c5caf5392" providerId="LiveId" clId="{7575D443-0738-4A9C-8581-0F40110DC7EF}" dt="2025-11-17T06:39:14.586" v="11065" actId="14100"/>
          <ac:grpSpMkLst>
            <pc:docMk/>
            <pc:sldMk cId="2719926202" sldId="304"/>
            <ac:grpSpMk id="30" creationId="{98CFD77C-39E1-CD61-309A-AD7FDFC24F51}"/>
          </ac:grpSpMkLst>
        </pc:grpChg>
        <pc:grpChg chg="add del mod">
          <ac:chgData name="동균 유" userId="5b440d0c5caf5392" providerId="LiveId" clId="{7575D443-0738-4A9C-8581-0F40110DC7EF}" dt="2025-11-17T06:38:14.677" v="11050" actId="478"/>
          <ac:grpSpMkLst>
            <pc:docMk/>
            <pc:sldMk cId="2719926202" sldId="304"/>
            <ac:grpSpMk id="33" creationId="{282E32F6-6B68-ABE5-E05A-956645422D15}"/>
          </ac:grpSpMkLst>
        </pc:grpChg>
        <pc:grpChg chg="add del mod">
          <ac:chgData name="동균 유" userId="5b440d0c5caf5392" providerId="LiveId" clId="{7575D443-0738-4A9C-8581-0F40110DC7EF}" dt="2025-11-17T06:38:16.062" v="11051" actId="478"/>
          <ac:grpSpMkLst>
            <pc:docMk/>
            <pc:sldMk cId="2719926202" sldId="304"/>
            <ac:grpSpMk id="36" creationId="{0BFC49EC-7E9F-B696-61E0-160884AAA5B0}"/>
          </ac:grpSpMkLst>
        </pc:grpChg>
        <pc:picChg chg="add del mod modCrop">
          <ac:chgData name="동균 유" userId="5b440d0c5caf5392" providerId="LiveId" clId="{7575D443-0738-4A9C-8581-0F40110DC7EF}" dt="2025-11-17T06:37:41.371" v="11042" actId="1076"/>
          <ac:picMkLst>
            <pc:docMk/>
            <pc:sldMk cId="2719926202" sldId="304"/>
            <ac:picMk id="3" creationId="{CF539AD1-2AB5-F475-CBC0-5C9260597723}"/>
          </ac:picMkLst>
        </pc:picChg>
      </pc:sldChg>
      <pc:sldChg chg="new del">
        <pc:chgData name="동균 유" userId="5b440d0c5caf5392" providerId="LiveId" clId="{7575D443-0738-4A9C-8581-0F40110DC7EF}" dt="2025-11-16T19:07:19.659" v="9249" actId="47"/>
        <pc:sldMkLst>
          <pc:docMk/>
          <pc:sldMk cId="3056784426" sldId="30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481EB-0074-453D-B3D7-B18CEF01B00F}" type="datetimeFigureOut">
              <a:rPr lang="ko-KR" altLang="en-US" smtClean="0"/>
              <a:t>2025-11-17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5692A-4F0B-4366-B6BF-50C20E291F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012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314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err="1"/>
              <a:t>마이크로서비스로</a:t>
            </a:r>
            <a:r>
              <a:rPr lang="ko-KR" altLang="en-US"/>
              <a:t> 발전하는 플랜을 제시하는 논문의 형성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63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321DD-2E07-060A-1D98-693D6B07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42D48E-806D-183D-1051-B4E9B2B22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7077FE-C373-BE8D-0C18-C21BCA874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err="1"/>
              <a:t>마이크로서비스로</a:t>
            </a:r>
            <a:r>
              <a:rPr lang="ko-KR" altLang="en-US"/>
              <a:t> 발전하는 플랜을 제시하는 논문의 형성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5CA7F5-CC3E-13C3-9E92-50CBCA5D3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529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285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F602D-DF4E-AE13-1426-2A948BD65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B649D9-A825-41BA-E77B-5829D823B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89C6E0-4D41-BAB7-29A7-4BF5C654A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A8C7D-8334-8F9A-1794-2F5FBC83A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393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D4532-4944-FB1C-B450-C04FDE772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DE9CE8-9EA0-619F-9725-C651AF908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ACBE23-5B11-B6F4-32B6-B65A08859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D03E26-7933-2EF8-8F85-E693472D86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639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0E88C-7627-CDEC-B10F-6C16CC8AB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47C731-7850-F05F-A2C4-FF695935F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20F607-00DB-86DB-FE78-77363094E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9DDD8E-CC32-9859-72DA-ADFECC0B4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136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8FECB-D754-4813-AC87-9751D4B49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5E5925-B18B-7EB0-00EC-75D166112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2A1F3C-922A-E5CF-8D1E-26C2046E3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SIN, COS </a:t>
            </a:r>
            <a:r>
              <a:rPr lang="ko-KR" altLang="en-US"/>
              <a:t>함수를 사용한 이유는 서로 같지 않게 다른 위치 정보를 넣기 위해 설계함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62A117-2DF5-BA57-8E0C-54A59FEDAC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172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541A6-7B02-BD04-E98F-5D2023C5D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8252A6-342F-5645-DB57-F3DB40C66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9CF4D83E-7FA8-ADEE-7890-1B13D2C8B22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/>
                  <a:t>Multi-head</a:t>
                </a:r>
                <a:r>
                  <a:rPr lang="ko-KR" altLang="en-US"/>
                  <a:t> </a:t>
                </a:r>
                <a:r>
                  <a:rPr lang="en-US" altLang="ko-KR"/>
                  <a:t>attentio</a:t>
                </a:r>
                <a:r>
                  <a:rPr lang="ko-KR" altLang="en-US"/>
                  <a:t>을 인코더에서는 서로다른 위치의 정보를 </a:t>
                </a:r>
                <a:r>
                  <a:rPr lang="en-US" altLang="ko-KR"/>
                  <a:t>Attention</a:t>
                </a:r>
                <a:r>
                  <a:rPr lang="ko-KR" altLang="en-US"/>
                  <a:t>해 사용하며 디코더에서는 이젠 레이어만 참조할 수 있도록 대응값에 </a:t>
                </a:r>
                <a:r>
                  <a:rPr lang="en-US" altLang="ko-KR"/>
                  <a:t>-</a:t>
                </a:r>
                <a14:m>
                  <m:oMath xmlns:m="http://schemas.openxmlformats.org/officeDocument/2006/math">
                    <m:r>
                      <a:rPr lang="en-US" altLang="ko-KR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altLang="ko-KR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ko-KR" alt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마</m:t>
                    </m:r>
                  </m:oMath>
                </a14:m>
                <a:r>
                  <a:rPr lang="ko-KR" altLang="en-US"/>
                  <a:t>스킹으로 차단해 사용한다</a:t>
                </a:r>
                <a:r>
                  <a:rPr lang="en-US" altLang="ko-KR"/>
                  <a:t>.</a:t>
                </a:r>
                <a:endParaRPr lang="ko-KR" altLang="en-US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9CF4D83E-7FA8-ADEE-7890-1B13D2C8B22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/>
                  <a:t>Multi-head</a:t>
                </a:r>
                <a:r>
                  <a:rPr lang="ko-KR" altLang="en-US"/>
                  <a:t> </a:t>
                </a:r>
                <a:r>
                  <a:rPr lang="en-US" altLang="ko-KR"/>
                  <a:t>attentio</a:t>
                </a:r>
                <a:r>
                  <a:rPr lang="ko-KR" altLang="en-US"/>
                  <a:t>을 인코더에서는 서로다른 위치의 정보를 </a:t>
                </a:r>
                <a:r>
                  <a:rPr lang="en-US" altLang="ko-KR"/>
                  <a:t>Attention</a:t>
                </a:r>
                <a:r>
                  <a:rPr lang="ko-KR" altLang="en-US"/>
                  <a:t>해 사용하며 디코더에서는 이젠 레이어만 참조할 수 있도록 대응값에 </a:t>
                </a:r>
                <a:r>
                  <a:rPr lang="en-US" altLang="ko-KR"/>
                  <a:t>-</a:t>
                </a:r>
                <a:r>
                  <a:rPr lang="en-US" altLang="ko-KR" sz="1200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∞</a:t>
                </a:r>
                <a:r>
                  <a:rPr lang="en-US" altLang="ko-KR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ko-KR" alt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마</a:t>
                </a:r>
                <a:r>
                  <a:rPr lang="ko-KR" altLang="en-US"/>
                  <a:t>스킹으로 차단해 사용한다</a:t>
                </a:r>
                <a:r>
                  <a:rPr lang="en-US" altLang="ko-KR"/>
                  <a:t>.</a:t>
                </a:r>
                <a:endParaRPr lang="ko-KR" altLang="en-US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88D275-578A-5164-51E1-C000F32C3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709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DB05D-381A-965A-15BC-6BEA6AAC7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F0B152-9A44-B551-F9F9-2E0351EF4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1DEB557A-6996-C9BA-CF52-4D415CE64D5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/>
                  <a:t>Multi-head</a:t>
                </a:r>
                <a:r>
                  <a:rPr lang="ko-KR" altLang="en-US"/>
                  <a:t> </a:t>
                </a:r>
                <a:r>
                  <a:rPr lang="en-US" altLang="ko-KR"/>
                  <a:t>attentio</a:t>
                </a:r>
                <a:r>
                  <a:rPr lang="ko-KR" altLang="en-US"/>
                  <a:t>을 인코더에서는 서로다른 위치의 정보를 </a:t>
                </a:r>
                <a:r>
                  <a:rPr lang="en-US" altLang="ko-KR"/>
                  <a:t>Attention</a:t>
                </a:r>
                <a:r>
                  <a:rPr lang="ko-KR" altLang="en-US"/>
                  <a:t>해 사용하며 디코더에서는 이젠 레이어만 참조할 수 있도록 대응값에 </a:t>
                </a:r>
                <a:r>
                  <a:rPr lang="en-US" altLang="ko-KR"/>
                  <a:t>-</a:t>
                </a:r>
                <a14:m>
                  <m:oMath xmlns:m="http://schemas.openxmlformats.org/officeDocument/2006/math">
                    <m:r>
                      <a:rPr lang="en-US" altLang="ko-KR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altLang="ko-KR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ko-KR" alt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마</m:t>
                    </m:r>
                  </m:oMath>
                </a14:m>
                <a:r>
                  <a:rPr lang="ko-KR" altLang="en-US"/>
                  <a:t>스킹으로 차단해 사용한다</a:t>
                </a:r>
                <a:r>
                  <a:rPr lang="en-US" altLang="ko-KR"/>
                  <a:t>.</a:t>
                </a:r>
                <a:endParaRPr lang="ko-KR" altLang="en-US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1DEB557A-6996-C9BA-CF52-4D415CE64D5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/>
                  <a:t>Multi-head</a:t>
                </a:r>
                <a:r>
                  <a:rPr lang="ko-KR" altLang="en-US"/>
                  <a:t> </a:t>
                </a:r>
                <a:r>
                  <a:rPr lang="en-US" altLang="ko-KR"/>
                  <a:t>attentio</a:t>
                </a:r>
                <a:r>
                  <a:rPr lang="ko-KR" altLang="en-US"/>
                  <a:t>을 인코더에서는 서로다른 위치의 정보를 </a:t>
                </a:r>
                <a:r>
                  <a:rPr lang="en-US" altLang="ko-KR"/>
                  <a:t>Attention</a:t>
                </a:r>
                <a:r>
                  <a:rPr lang="ko-KR" altLang="en-US"/>
                  <a:t>해 사용하며 디코더에서는 이젠 레이어만 참조할 수 있도록 대응값에 </a:t>
                </a:r>
                <a:r>
                  <a:rPr lang="en-US" altLang="ko-KR"/>
                  <a:t>-</a:t>
                </a:r>
                <a:r>
                  <a:rPr lang="en-US" altLang="ko-KR" sz="1200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∞</a:t>
                </a:r>
                <a:r>
                  <a:rPr lang="en-US" altLang="ko-KR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ko-KR" alt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마</a:t>
                </a:r>
                <a:r>
                  <a:rPr lang="ko-KR" altLang="en-US"/>
                  <a:t>스킹으로 차단해 사용한다</a:t>
                </a:r>
                <a:r>
                  <a:rPr lang="en-US" altLang="ko-KR"/>
                  <a:t>.</a:t>
                </a:r>
                <a:endParaRPr lang="ko-KR" altLang="en-US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88173A-79A7-0B37-83B1-B67B22B73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219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A2B6F-E6E5-9D08-1B06-F54B88B94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E03830-9657-CA3B-C00B-AE1FEF750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523D22-894F-FF35-5754-3EF15192C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19D0C0-8EA7-0FD0-1DB1-353A4B505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395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DC8E4-AEBA-E1BA-5C43-850E17F6F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B2F4F5-6289-41CD-0CE1-51E84E465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F49519-67A7-1D2B-A984-3E3D1E90B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A80739-A14A-523D-82DC-47C29F34A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6478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55692A-4F0B-4366-B6BF-50C20E291F9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473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폰트, 로고, 원, 등록 상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340B031-A102-B0AA-95E9-C122483FE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76" y="144672"/>
            <a:ext cx="2057400" cy="20574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" y="10008764"/>
            <a:ext cx="18287999" cy="297854"/>
            <a:chOff x="0" y="0"/>
            <a:chExt cx="4969807" cy="31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56960" y="3086100"/>
            <a:ext cx="16306800" cy="3052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23"/>
              </a:lnSpc>
            </a:pPr>
            <a:r>
              <a:rPr lang="ko-KR" altLang="en-US" sz="8800" spc="-103">
                <a:solidFill>
                  <a:srgbClr val="19191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강화학습 기말과제</a:t>
            </a:r>
            <a:endParaRPr lang="en-US" altLang="ko-KR" sz="8800" spc="-103">
              <a:solidFill>
                <a:srgbClr val="191919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ts val="11923"/>
              </a:lnSpc>
            </a:pPr>
            <a:r>
              <a:rPr lang="en-US" sz="10368" spc="-103">
                <a:solidFill>
                  <a:srgbClr val="19191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Transformer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41A1CC6-28EE-B6B9-DCD6-5291CA5B01A6}"/>
              </a:ext>
            </a:extLst>
          </p:cNvPr>
          <p:cNvSpPr txBox="1">
            <a:spLocks/>
          </p:cNvSpPr>
          <p:nvPr/>
        </p:nvSpPr>
        <p:spPr>
          <a:xfrm>
            <a:off x="1003693" y="8991550"/>
            <a:ext cx="1908460" cy="5232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sz="2800" spc="-19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학번</a:t>
            </a:r>
            <a:endParaRPr lang="ko-KR" altLang="en-US" sz="280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D0D633C-75F8-D0F0-251E-9DD710E453EA}"/>
              </a:ext>
            </a:extLst>
          </p:cNvPr>
          <p:cNvSpPr txBox="1">
            <a:spLocks/>
          </p:cNvSpPr>
          <p:nvPr/>
        </p:nvSpPr>
        <p:spPr>
          <a:xfrm>
            <a:off x="2717155" y="8991550"/>
            <a:ext cx="6593205" cy="5232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latinLnBrk="0">
              <a:buFontTx/>
              <a:buNone/>
            </a:pPr>
            <a:r>
              <a:rPr lang="en-US" sz="2800" spc="-9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20204077</a:t>
            </a:r>
            <a:endParaRPr lang="ko-KR" altLang="en-US" sz="280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9B43892C-5E08-FB94-39C9-B7FE0A6DD7EA}"/>
              </a:ext>
            </a:extLst>
          </p:cNvPr>
          <p:cNvSpPr txBox="1">
            <a:spLocks/>
          </p:cNvSpPr>
          <p:nvPr/>
        </p:nvSpPr>
        <p:spPr>
          <a:xfrm>
            <a:off x="1003693" y="8505546"/>
            <a:ext cx="1908460" cy="5232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sz="2800" spc="-19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성명</a:t>
            </a:r>
            <a:endParaRPr lang="ko-KR" altLang="en-US" sz="280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anumGothic" charset="0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C3BFEFB1-46C3-DB4D-DEDE-257D8747C7EE}"/>
              </a:ext>
            </a:extLst>
          </p:cNvPr>
          <p:cNvSpPr txBox="1">
            <a:spLocks/>
          </p:cNvSpPr>
          <p:nvPr/>
        </p:nvSpPr>
        <p:spPr>
          <a:xfrm>
            <a:off x="2721637" y="8464335"/>
            <a:ext cx="6593205" cy="52322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marL="0" indent="0" latinLnBrk="0">
              <a:buFontTx/>
              <a:buNone/>
            </a:pPr>
            <a:r>
              <a:rPr lang="ko-KR" altLang="en-US" sz="28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anumGothic" charset="0"/>
              </a:rPr>
              <a:t>유동균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9"/>
          <p:cNvSpPr txBox="1"/>
          <p:nvPr/>
        </p:nvSpPr>
        <p:spPr>
          <a:xfrm>
            <a:off x="1123950" y="944123"/>
            <a:ext cx="2186274" cy="797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목 차</a:t>
            </a:r>
          </a:p>
        </p:txBody>
      </p:sp>
      <p:sp>
        <p:nvSpPr>
          <p:cNvPr id="20" name="AutoShape 20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18B327-1235-3C4F-B51A-AE0E3F9C5D96}"/>
              </a:ext>
            </a:extLst>
          </p:cNvPr>
          <p:cNvSpPr txBox="1"/>
          <p:nvPr/>
        </p:nvSpPr>
        <p:spPr>
          <a:xfrm>
            <a:off x="3724656" y="2496015"/>
            <a:ext cx="26428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kern="0" spc="200">
                <a:solidFill>
                  <a:srgbClr val="000000"/>
                </a:solidFill>
                <a:latin typeface="윤고딕" panose="020B0600000101010101" charset="-127"/>
                <a:ea typeface="윤고딕" panose="020B0600000101010101" charset="-127"/>
              </a:rPr>
              <a:t>01</a:t>
            </a:r>
            <a:endParaRPr lang="ko-KR" altLang="en-US" sz="6000" kern="0" spc="200">
              <a:solidFill>
                <a:srgbClr val="000000"/>
              </a:solidFill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A12496-72F4-5D09-E70A-5F50B6503A51}"/>
              </a:ext>
            </a:extLst>
          </p:cNvPr>
          <p:cNvSpPr txBox="1"/>
          <p:nvPr/>
        </p:nvSpPr>
        <p:spPr>
          <a:xfrm>
            <a:off x="3733800" y="4011379"/>
            <a:ext cx="26428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kern="0" spc="200">
                <a:solidFill>
                  <a:srgbClr val="000000"/>
                </a:solidFill>
                <a:latin typeface="윤고딕" panose="020B0600000101010101" charset="-127"/>
                <a:ea typeface="윤고딕" panose="020B0600000101010101" charset="-127"/>
              </a:rPr>
              <a:t>02</a:t>
            </a:r>
            <a:endParaRPr lang="ko-KR" altLang="en-US" sz="6000" kern="0" spc="200">
              <a:solidFill>
                <a:srgbClr val="000000"/>
              </a:solidFill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1CA1E9-0611-4B34-8015-C8B43774B787}"/>
              </a:ext>
            </a:extLst>
          </p:cNvPr>
          <p:cNvSpPr txBox="1"/>
          <p:nvPr/>
        </p:nvSpPr>
        <p:spPr>
          <a:xfrm>
            <a:off x="3733800" y="5608191"/>
            <a:ext cx="26428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kern="0" spc="200">
                <a:solidFill>
                  <a:srgbClr val="000000"/>
                </a:solidFill>
                <a:latin typeface="윤고딕" panose="020B0600000101010101" charset="-127"/>
                <a:ea typeface="윤고딕" panose="020B0600000101010101" charset="-127"/>
              </a:rPr>
              <a:t>03</a:t>
            </a:r>
            <a:endParaRPr lang="ko-KR" altLang="en-US" sz="6000" kern="0" spc="200">
              <a:solidFill>
                <a:srgbClr val="000000"/>
              </a:solidFill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C79B0D-0404-A628-9FFD-4655E0327E0E}"/>
              </a:ext>
            </a:extLst>
          </p:cNvPr>
          <p:cNvSpPr txBox="1"/>
          <p:nvPr/>
        </p:nvSpPr>
        <p:spPr>
          <a:xfrm>
            <a:off x="3733800" y="7050238"/>
            <a:ext cx="26428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kern="0" spc="200">
                <a:solidFill>
                  <a:srgbClr val="000000"/>
                </a:solidFill>
                <a:latin typeface="윤고딕" panose="020B0600000101010101" charset="-127"/>
                <a:ea typeface="윤고딕" panose="020B0600000101010101" charset="-127"/>
              </a:rPr>
              <a:t>04</a:t>
            </a:r>
            <a:endParaRPr lang="ko-KR" altLang="en-US" sz="6000" kern="0" spc="200">
              <a:solidFill>
                <a:srgbClr val="000000"/>
              </a:solidFill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21633320-9E08-D5A1-CBB5-F4722686E9E0}"/>
              </a:ext>
            </a:extLst>
          </p:cNvPr>
          <p:cNvSpPr txBox="1"/>
          <p:nvPr/>
        </p:nvSpPr>
        <p:spPr>
          <a:xfrm>
            <a:off x="6601968" y="2493774"/>
            <a:ext cx="865505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5400">
                <a:latin typeface="윤고딕" panose="020B0600000101010101" charset="-127"/>
                <a:ea typeface="윤고딕" panose="020B0600000101010101" charset="-127"/>
              </a:rPr>
              <a:t>서론</a:t>
            </a:r>
            <a:endParaRPr lang="en-US" sz="5400"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B55AE801-93CD-CC07-B5F6-6794A4D9D858}"/>
              </a:ext>
            </a:extLst>
          </p:cNvPr>
          <p:cNvSpPr txBox="1"/>
          <p:nvPr/>
        </p:nvSpPr>
        <p:spPr>
          <a:xfrm>
            <a:off x="6629400" y="4040845"/>
            <a:ext cx="865505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5400">
                <a:latin typeface="윤고딕" panose="020B0600000101010101" charset="-127"/>
                <a:ea typeface="윤고딕" panose="020B0600000101010101" charset="-127"/>
              </a:rPr>
              <a:t>본문</a:t>
            </a:r>
            <a:endParaRPr lang="en-US" sz="5400"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8" name="Object 6">
            <a:extLst>
              <a:ext uri="{FF2B5EF4-FFF2-40B4-BE49-F238E27FC236}">
                <a16:creationId xmlns:a16="http://schemas.microsoft.com/office/drawing/2014/main" id="{D726792D-A802-CF54-4667-B440509AA7DE}"/>
              </a:ext>
            </a:extLst>
          </p:cNvPr>
          <p:cNvSpPr txBox="1"/>
          <p:nvPr/>
        </p:nvSpPr>
        <p:spPr>
          <a:xfrm>
            <a:off x="6601968" y="5622841"/>
            <a:ext cx="865505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5400">
                <a:latin typeface="윤고딕" panose="020B0600000101010101" charset="-127"/>
                <a:ea typeface="윤고딕" panose="020B0600000101010101" charset="-127"/>
              </a:rPr>
              <a:t>모델 비교</a:t>
            </a:r>
            <a:endParaRPr lang="en-US" sz="5400">
              <a:latin typeface="윤고딕" panose="020B0600000101010101" charset="-127"/>
              <a:ea typeface="윤고딕" panose="020B0600000101010101" charset="-127"/>
            </a:endParaRPr>
          </a:p>
        </p:txBody>
      </p:sp>
      <p:sp>
        <p:nvSpPr>
          <p:cNvPr id="29" name="Object 6">
            <a:extLst>
              <a:ext uri="{FF2B5EF4-FFF2-40B4-BE49-F238E27FC236}">
                <a16:creationId xmlns:a16="http://schemas.microsoft.com/office/drawing/2014/main" id="{C1D597E7-6989-B1FD-71B6-CB6F04D01ED6}"/>
              </a:ext>
            </a:extLst>
          </p:cNvPr>
          <p:cNvSpPr txBox="1"/>
          <p:nvPr/>
        </p:nvSpPr>
        <p:spPr>
          <a:xfrm>
            <a:off x="6601968" y="7053376"/>
            <a:ext cx="865505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5400">
                <a:latin typeface="윤고딕" panose="020B0600000101010101" charset="-127"/>
                <a:ea typeface="윤고딕" panose="020B0600000101010101" charset="-127"/>
              </a:rPr>
              <a:t>결론</a:t>
            </a:r>
            <a:endParaRPr lang="en-US" sz="5400">
              <a:latin typeface="윤고딕" panose="020B0600000101010101" charset="-127"/>
              <a:ea typeface="윤고딕" panose="020B0600000101010101" charset="-127"/>
            </a:endParaRP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3C632D15-4A56-30F0-479C-3E24FE212764}"/>
              </a:ext>
            </a:extLst>
          </p:cNvPr>
          <p:cNvGrpSpPr/>
          <p:nvPr/>
        </p:nvGrpSpPr>
        <p:grpSpPr>
          <a:xfrm>
            <a:off x="1" y="10008764"/>
            <a:ext cx="18287999" cy="297854"/>
            <a:chOff x="0" y="0"/>
            <a:chExt cx="4969807" cy="31608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F4E3857B-5065-C3BC-2992-781F983EFA81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F48E6454-743A-F0E3-EBBB-DC60221CDE31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텍스트, 도표, 평면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E4E4AD-6C25-14FC-A026-26DF58D2F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81"/>
          <a:stretch>
            <a:fillRect/>
          </a:stretch>
        </p:blipFill>
        <p:spPr>
          <a:xfrm>
            <a:off x="9601200" y="5714948"/>
            <a:ext cx="7696200" cy="4293816"/>
          </a:xfrm>
          <a:prstGeom prst="rect">
            <a:avLst/>
          </a:prstGeom>
        </p:spPr>
      </p:pic>
      <p:sp>
        <p:nvSpPr>
          <p:cNvPr id="14" name="텍스트 상자 2">
            <a:extLst>
              <a:ext uri="{FF2B5EF4-FFF2-40B4-BE49-F238E27FC236}">
                <a16:creationId xmlns:a16="http://schemas.microsoft.com/office/drawing/2014/main" id="{06B9CC36-98F5-2F08-F9AC-BCF3AFDBAAF2}"/>
              </a:ext>
            </a:extLst>
          </p:cNvPr>
          <p:cNvSpPr txBox="1">
            <a:spLocks/>
          </p:cNvSpPr>
          <p:nvPr/>
        </p:nvSpPr>
        <p:spPr>
          <a:xfrm>
            <a:off x="609600" y="2313211"/>
            <a:ext cx="16859250" cy="348621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marL="254000" indent="-254000" algn="l" defTabSz="914400" rtl="0" eaLnBrk="1" latinLnBrk="0" hangingPunct="1">
              <a:lnSpc>
                <a:spcPct val="200000"/>
              </a:lnSpc>
              <a:buFont typeface="Wingdings"/>
              <a:buChar char=""/>
            </a:pPr>
            <a:r>
              <a:rPr lang="ko-KR" altLang="en-US" sz="3000" b="1">
                <a:latin typeface="맑은 고딕" charset="0"/>
                <a:ea typeface="맑은 고딕" charset="0"/>
              </a:rPr>
              <a:t>시퀀스 데이터에 있어 기존 </a:t>
            </a:r>
            <a:r>
              <a:rPr lang="en-US" altLang="ko-KR" sz="3000" b="1">
                <a:latin typeface="맑은 고딕" charset="0"/>
                <a:ea typeface="맑은 고딕" charset="0"/>
              </a:rPr>
              <a:t>CNN, RNN, LSTM</a:t>
            </a:r>
            <a:r>
              <a:rPr lang="ko-KR" altLang="en-US" sz="3000" b="1">
                <a:latin typeface="맑은 고딕" charset="0"/>
                <a:ea typeface="맑은 고딕" charset="0"/>
              </a:rPr>
              <a:t>은 </a:t>
            </a:r>
            <a:r>
              <a:rPr lang="ko-KR" altLang="en-US" sz="3000" b="1">
                <a:solidFill>
                  <a:schemeClr val="tx1"/>
                </a:solidFill>
                <a:latin typeface="맑은 고딕" charset="0"/>
                <a:ea typeface="맑은 고딕" charset="0"/>
              </a:rPr>
              <a:t>병렬처리</a:t>
            </a:r>
            <a:r>
              <a:rPr lang="en-US" altLang="ko-KR" sz="3000" b="1">
                <a:solidFill>
                  <a:schemeClr val="tx1"/>
                </a:solidFill>
                <a:latin typeface="맑은 고딕" charset="0"/>
                <a:ea typeface="맑은 고딕" charset="0"/>
              </a:rPr>
              <a:t>, </a:t>
            </a:r>
            <a:r>
              <a:rPr lang="ko-KR" altLang="en-US" sz="3000" b="1">
                <a:solidFill>
                  <a:schemeClr val="tx1"/>
                </a:solidFill>
                <a:latin typeface="맑은 고딕" charset="0"/>
                <a:ea typeface="맑은 고딕" charset="0"/>
              </a:rPr>
              <a:t>문맥 이해</a:t>
            </a:r>
            <a:r>
              <a:rPr lang="ko-KR" altLang="en-US" sz="3000" b="1">
                <a:latin typeface="맑은 고딕" charset="0"/>
                <a:ea typeface="맑은 고딕" charset="0"/>
              </a:rPr>
              <a:t>에 문제를 지님 </a:t>
            </a:r>
            <a:endParaRPr lang="en-US" altLang="ko-KR" sz="3000" b="1">
              <a:latin typeface="맑은 고딕" charset="0"/>
              <a:ea typeface="맑은 고딕" charset="0"/>
            </a:endParaRPr>
          </a:p>
          <a:p>
            <a:pPr marL="254000" indent="-254000" algn="l" defTabSz="914400" rtl="0" eaLnBrk="1" latinLnBrk="0" hangingPunct="1">
              <a:lnSpc>
                <a:spcPct val="200000"/>
              </a:lnSpc>
              <a:buFont typeface="Wingdings"/>
              <a:buChar char=""/>
            </a:pPr>
            <a:r>
              <a:rPr lang="ko-KR" altLang="en-US" sz="3000" b="1">
                <a:latin typeface="맑은 고딕" charset="0"/>
                <a:ea typeface="맑은 고딕" charset="0"/>
              </a:rPr>
              <a:t>데이터 처리에 있어 복잡한 순환과 합성곱 신경망에 기반을 두어 해결</a:t>
            </a:r>
            <a:endParaRPr lang="en-US" altLang="ko-KR" sz="3000" b="1">
              <a:latin typeface="맑은 고딕" charset="0"/>
              <a:ea typeface="맑은 고딕" charset="0"/>
            </a:endParaRPr>
          </a:p>
          <a:p>
            <a:pPr algn="l" defTabSz="914400" rtl="0" eaLnBrk="1" latinLnBrk="0" hangingPunct="1">
              <a:lnSpc>
                <a:spcPct val="200000"/>
              </a:lnSpc>
            </a:pPr>
            <a:endParaRPr lang="en-US" altLang="ko-KR" sz="2000">
              <a:latin typeface="맑은 고딕" charset="0"/>
              <a:ea typeface="맑은 고딕" charset="0"/>
            </a:endParaRPr>
          </a:p>
          <a:p>
            <a:pPr algn="l" defTabSz="914400" rtl="0" eaLnBrk="1" latinLnBrk="0" hangingPunct="1">
              <a:lnSpc>
                <a:spcPct val="200000"/>
              </a:lnSpc>
            </a:pPr>
            <a:r>
              <a:rPr lang="en-US" altLang="ko-KR" sz="3600" b="1">
                <a:latin typeface="맑은 고딕" charset="0"/>
                <a:ea typeface="맑은 고딕" charset="0"/>
              </a:rPr>
              <a:t>=&gt; Attention</a:t>
            </a:r>
            <a:r>
              <a:rPr lang="ko-KR" altLang="en-US" sz="3600" b="1">
                <a:latin typeface="맑은 고딕" charset="0"/>
                <a:ea typeface="맑은 고딕" charset="0"/>
              </a:rPr>
              <a:t> 메커니즘과 </a:t>
            </a:r>
            <a:r>
              <a:rPr lang="en-US" altLang="ko-KR" sz="3600" b="1">
                <a:latin typeface="맑은 고딕" charset="0"/>
                <a:ea typeface="맑은 고딕" charset="0"/>
              </a:rPr>
              <a:t>Encorder, Decorder </a:t>
            </a:r>
            <a:r>
              <a:rPr lang="ko-KR" altLang="en-US" sz="3600" b="1">
                <a:latin typeface="맑은 고딕" charset="0"/>
                <a:ea typeface="맑은 고딕" charset="0"/>
              </a:rPr>
              <a:t>구조를 사용한 </a:t>
            </a:r>
            <a:r>
              <a:rPr lang="en-US" altLang="ko-KR" sz="3600" b="1">
                <a:latin typeface="맑은 고딕" charset="0"/>
                <a:ea typeface="맑은 고딕" charset="0"/>
              </a:rPr>
              <a:t>Transformer</a:t>
            </a:r>
            <a:r>
              <a:rPr lang="ko-KR" altLang="en-US" sz="3600" b="1">
                <a:latin typeface="맑은 고딕" charset="0"/>
                <a:ea typeface="맑은 고딕" charset="0"/>
              </a:rPr>
              <a:t> 제시</a:t>
            </a:r>
            <a:endParaRPr lang="en-US" altLang="ko-KR" sz="3600" b="1">
              <a:latin typeface="맑은 고딕" charset="0"/>
              <a:ea typeface="맑은 고딕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23950" y="944123"/>
            <a:ext cx="2186274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서론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33E0D2CD-7476-DECC-B7C3-71438F69A5B7}"/>
              </a:ext>
            </a:extLst>
          </p:cNvPr>
          <p:cNvGrpSpPr/>
          <p:nvPr/>
        </p:nvGrpSpPr>
        <p:grpSpPr>
          <a:xfrm>
            <a:off x="1" y="10008764"/>
            <a:ext cx="18287999" cy="297854"/>
            <a:chOff x="0" y="0"/>
            <a:chExt cx="4969807" cy="31608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84677B58-A668-43B4-D71C-0194E0141888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2815EF30-4FCC-0D31-EE51-4E75B523BF82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1" name="그림 10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5B4C1C-8B0F-68DE-3336-B2153B06BD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4" t="7330" r="7743" b="12171"/>
          <a:stretch>
            <a:fillRect/>
          </a:stretch>
        </p:blipFill>
        <p:spPr>
          <a:xfrm>
            <a:off x="685800" y="6447477"/>
            <a:ext cx="8915400" cy="33368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97E2E-976D-EB75-C625-71E4853DF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텍스트 상자 2">
            <a:extLst>
              <a:ext uri="{FF2B5EF4-FFF2-40B4-BE49-F238E27FC236}">
                <a16:creationId xmlns:a16="http://schemas.microsoft.com/office/drawing/2014/main" id="{64ED62FD-6341-6A67-7733-39F03C85B4AE}"/>
              </a:ext>
            </a:extLst>
          </p:cNvPr>
          <p:cNvSpPr txBox="1">
            <a:spLocks/>
          </p:cNvSpPr>
          <p:nvPr/>
        </p:nvSpPr>
        <p:spPr>
          <a:xfrm>
            <a:off x="12853245" y="4509703"/>
            <a:ext cx="5318553" cy="102399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algn="ctr" defTabSz="914400" rtl="0" eaLnBrk="1" latinLnBrk="0" hangingPunct="1">
              <a:lnSpc>
                <a:spcPct val="200000"/>
              </a:lnSpc>
            </a:pPr>
            <a:r>
              <a:rPr lang="ko-KR" altLang="en-US" sz="3600" b="1">
                <a:latin typeface="맑은 고딕" charset="0"/>
                <a:ea typeface="맑은 고딕" charset="0"/>
              </a:rPr>
              <a:t>문맥 이해 부족</a:t>
            </a:r>
            <a:endParaRPr lang="en-US" altLang="ko-KR" sz="3600" b="1">
              <a:latin typeface="맑은 고딕" charset="0"/>
              <a:ea typeface="맑은 고딕" charset="0"/>
            </a:endParaRPr>
          </a:p>
        </p:txBody>
      </p:sp>
      <p:sp>
        <p:nvSpPr>
          <p:cNvPr id="35" name="텍스트 상자 2">
            <a:extLst>
              <a:ext uri="{FF2B5EF4-FFF2-40B4-BE49-F238E27FC236}">
                <a16:creationId xmlns:a16="http://schemas.microsoft.com/office/drawing/2014/main" id="{CC6FBE56-BDCD-C56B-6FA4-E713C33930BE}"/>
              </a:ext>
            </a:extLst>
          </p:cNvPr>
          <p:cNvSpPr txBox="1">
            <a:spLocks/>
          </p:cNvSpPr>
          <p:nvPr/>
        </p:nvSpPr>
        <p:spPr>
          <a:xfrm>
            <a:off x="8593849" y="3957946"/>
            <a:ext cx="5318553" cy="213199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algn="ctr" defTabSz="914400" rtl="0" eaLnBrk="1" latinLnBrk="0" hangingPunct="1">
              <a:lnSpc>
                <a:spcPct val="200000"/>
              </a:lnSpc>
            </a:pPr>
            <a:r>
              <a:rPr lang="en-US" altLang="ko-KR" sz="3600" b="1">
                <a:latin typeface="맑은 고딕" charset="0"/>
                <a:ea typeface="맑은 고딕" charset="0"/>
              </a:rPr>
              <a:t>Gradient </a:t>
            </a:r>
            <a:r>
              <a:rPr lang="ko-KR" altLang="en-US" sz="3600" b="1">
                <a:latin typeface="맑은 고딕" charset="0"/>
                <a:ea typeface="맑은 고딕" charset="0"/>
              </a:rPr>
              <a:t>소실 </a:t>
            </a:r>
            <a:endParaRPr lang="en-US" altLang="ko-KR" sz="3600" b="1">
              <a:latin typeface="맑은 고딕" charset="0"/>
              <a:ea typeface="맑은 고딕" charset="0"/>
            </a:endParaRPr>
          </a:p>
          <a:p>
            <a:pPr algn="ctr" defTabSz="914400" rtl="0" eaLnBrk="1" latinLnBrk="0" hangingPunct="1">
              <a:lnSpc>
                <a:spcPct val="200000"/>
              </a:lnSpc>
            </a:pPr>
            <a:r>
              <a:rPr lang="ko-KR" altLang="en-US" sz="3600" b="1">
                <a:latin typeface="맑은 고딕" charset="0"/>
                <a:ea typeface="맑은 고딕" charset="0"/>
              </a:rPr>
              <a:t>문제</a:t>
            </a:r>
            <a:endParaRPr lang="en-US" altLang="ko-KR" sz="3600" b="1">
              <a:latin typeface="맑은 고딕" charset="0"/>
              <a:ea typeface="맑은 고딕" charset="0"/>
            </a:endParaRPr>
          </a:p>
        </p:txBody>
      </p:sp>
      <p:sp>
        <p:nvSpPr>
          <p:cNvPr id="34" name="텍스트 상자 2">
            <a:extLst>
              <a:ext uri="{FF2B5EF4-FFF2-40B4-BE49-F238E27FC236}">
                <a16:creationId xmlns:a16="http://schemas.microsoft.com/office/drawing/2014/main" id="{B478F1A3-36EB-7373-7AE9-6900C297AEFE}"/>
              </a:ext>
            </a:extLst>
          </p:cNvPr>
          <p:cNvSpPr txBox="1">
            <a:spLocks/>
          </p:cNvSpPr>
          <p:nvPr/>
        </p:nvSpPr>
        <p:spPr>
          <a:xfrm>
            <a:off x="4255031" y="3957946"/>
            <a:ext cx="5318553" cy="213199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algn="ctr" defTabSz="914400" rtl="0" eaLnBrk="1" latinLnBrk="0" hangingPunct="1">
              <a:lnSpc>
                <a:spcPct val="200000"/>
              </a:lnSpc>
            </a:pPr>
            <a:r>
              <a:rPr lang="ko-KR" altLang="en-US" sz="3600" b="1">
                <a:latin typeface="맑은 고딕" charset="0"/>
                <a:ea typeface="맑은 고딕" charset="0"/>
              </a:rPr>
              <a:t>장기 의존성 </a:t>
            </a:r>
            <a:endParaRPr lang="en-US" altLang="ko-KR" sz="3600" b="1">
              <a:latin typeface="맑은 고딕" charset="0"/>
              <a:ea typeface="맑은 고딕" charset="0"/>
            </a:endParaRPr>
          </a:p>
          <a:p>
            <a:pPr algn="ctr" defTabSz="914400" rtl="0" eaLnBrk="1" latinLnBrk="0" hangingPunct="1">
              <a:lnSpc>
                <a:spcPct val="200000"/>
              </a:lnSpc>
            </a:pPr>
            <a:r>
              <a:rPr lang="ko-KR" altLang="en-US" sz="3600" b="1">
                <a:latin typeface="맑은 고딕" charset="0"/>
                <a:ea typeface="맑은 고딕" charset="0"/>
              </a:rPr>
              <a:t>학습 어려움</a:t>
            </a:r>
            <a:endParaRPr lang="en-US" altLang="ko-KR" sz="3600" b="1">
              <a:latin typeface="맑은 고딕" charset="0"/>
              <a:ea typeface="맑은 고딕" charset="0"/>
            </a:endParaRPr>
          </a:p>
        </p:txBody>
      </p:sp>
      <p:sp>
        <p:nvSpPr>
          <p:cNvPr id="14" name="텍스트 상자 2">
            <a:extLst>
              <a:ext uri="{FF2B5EF4-FFF2-40B4-BE49-F238E27FC236}">
                <a16:creationId xmlns:a16="http://schemas.microsoft.com/office/drawing/2014/main" id="{C3A80CE8-8B80-7636-EE75-42B1D17B777E}"/>
              </a:ext>
            </a:extLst>
          </p:cNvPr>
          <p:cNvSpPr txBox="1">
            <a:spLocks/>
          </p:cNvSpPr>
          <p:nvPr/>
        </p:nvSpPr>
        <p:spPr>
          <a:xfrm>
            <a:off x="0" y="4432639"/>
            <a:ext cx="5318553" cy="102399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>
            <a:spAutoFit/>
          </a:bodyPr>
          <a:lstStyle/>
          <a:p>
            <a:pPr algn="ctr" defTabSz="914400" rtl="0" eaLnBrk="1" latinLnBrk="0" hangingPunct="1">
              <a:lnSpc>
                <a:spcPct val="200000"/>
              </a:lnSpc>
            </a:pPr>
            <a:r>
              <a:rPr lang="ko-KR" altLang="en-US" sz="3600" b="1">
                <a:latin typeface="맑은 고딕" charset="0"/>
                <a:ea typeface="맑은 고딕" charset="0"/>
              </a:rPr>
              <a:t>병렬 처리 어려움</a:t>
            </a:r>
            <a:endParaRPr lang="en-US" altLang="ko-KR" sz="3600" b="1">
              <a:latin typeface="맑은 고딕" charset="0"/>
              <a:ea typeface="맑은 고딕" charset="0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30A91A1-1975-6E12-1C49-1E5D3819A3E1}"/>
              </a:ext>
            </a:extLst>
          </p:cNvPr>
          <p:cNvSpPr txBox="1"/>
          <p:nvPr/>
        </p:nvSpPr>
        <p:spPr>
          <a:xfrm>
            <a:off x="1123950" y="944123"/>
            <a:ext cx="2186274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1.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서론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CA1DC6D-1FAF-FE6B-4440-AB1787662129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7203EE71-148A-3DC5-186E-104FE4D0416E}"/>
              </a:ext>
            </a:extLst>
          </p:cNvPr>
          <p:cNvGrpSpPr/>
          <p:nvPr/>
        </p:nvGrpSpPr>
        <p:grpSpPr>
          <a:xfrm>
            <a:off x="497429" y="3114976"/>
            <a:ext cx="4150771" cy="4057047"/>
            <a:chOff x="0" y="0"/>
            <a:chExt cx="808078" cy="808078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63236BC6-CF1F-CC2A-6926-3D00C84312F6}"/>
                </a:ext>
              </a:extLst>
            </p:cNvPr>
            <p:cNvSpPr/>
            <p:nvPr/>
          </p:nvSpPr>
          <p:spPr>
            <a:xfrm>
              <a:off x="0" y="0"/>
              <a:ext cx="808078" cy="808078"/>
            </a:xfrm>
            <a:custGeom>
              <a:avLst/>
              <a:gdLst/>
              <a:ahLst/>
              <a:cxnLst/>
              <a:rect l="l" t="t" r="r" b="b"/>
              <a:pathLst>
                <a:path w="808078" h="808078">
                  <a:moveTo>
                    <a:pt x="404039" y="0"/>
                  </a:moveTo>
                  <a:cubicBezTo>
                    <a:pt x="180894" y="0"/>
                    <a:pt x="0" y="180894"/>
                    <a:pt x="0" y="404039"/>
                  </a:cubicBezTo>
                  <a:cubicBezTo>
                    <a:pt x="0" y="627184"/>
                    <a:pt x="180894" y="808078"/>
                    <a:pt x="404039" y="808078"/>
                  </a:cubicBezTo>
                  <a:cubicBezTo>
                    <a:pt x="627184" y="808078"/>
                    <a:pt x="808078" y="627184"/>
                    <a:pt x="808078" y="404039"/>
                  </a:cubicBezTo>
                  <a:cubicBezTo>
                    <a:pt x="808078" y="180894"/>
                    <a:pt x="627184" y="0"/>
                    <a:pt x="404039" y="0"/>
                  </a:cubicBezTo>
                  <a:close/>
                </a:path>
              </a:pathLst>
            </a:custGeom>
            <a:solidFill>
              <a:srgbClr val="92D050">
                <a:alpha val="25882"/>
              </a:srgbClr>
            </a:solidFill>
            <a:ln w="19050" cap="sq">
              <a:solidFill>
                <a:srgbClr val="759FAA">
                  <a:alpha val="2588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1A2AF004-694F-0CAB-88A6-9A7C0DAF4594}"/>
                </a:ext>
              </a:extLst>
            </p:cNvPr>
            <p:cNvSpPr txBox="1"/>
            <p:nvPr/>
          </p:nvSpPr>
          <p:spPr>
            <a:xfrm>
              <a:off x="75757" y="28132"/>
              <a:ext cx="656563" cy="704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">
            <a:extLst>
              <a:ext uri="{FF2B5EF4-FFF2-40B4-BE49-F238E27FC236}">
                <a16:creationId xmlns:a16="http://schemas.microsoft.com/office/drawing/2014/main" id="{C113C871-77D7-818F-13AA-1B03EDF421DE}"/>
              </a:ext>
            </a:extLst>
          </p:cNvPr>
          <p:cNvGrpSpPr/>
          <p:nvPr/>
        </p:nvGrpSpPr>
        <p:grpSpPr>
          <a:xfrm>
            <a:off x="4840940" y="3114976"/>
            <a:ext cx="4150771" cy="4057047"/>
            <a:chOff x="0" y="0"/>
            <a:chExt cx="808078" cy="808078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E569F163-2D11-FF06-B488-FDEDCF4776F7}"/>
                </a:ext>
              </a:extLst>
            </p:cNvPr>
            <p:cNvSpPr/>
            <p:nvPr/>
          </p:nvSpPr>
          <p:spPr>
            <a:xfrm>
              <a:off x="0" y="0"/>
              <a:ext cx="808078" cy="808078"/>
            </a:xfrm>
            <a:custGeom>
              <a:avLst/>
              <a:gdLst/>
              <a:ahLst/>
              <a:cxnLst/>
              <a:rect l="l" t="t" r="r" b="b"/>
              <a:pathLst>
                <a:path w="808078" h="808078">
                  <a:moveTo>
                    <a:pt x="404039" y="0"/>
                  </a:moveTo>
                  <a:cubicBezTo>
                    <a:pt x="180894" y="0"/>
                    <a:pt x="0" y="180894"/>
                    <a:pt x="0" y="404039"/>
                  </a:cubicBezTo>
                  <a:cubicBezTo>
                    <a:pt x="0" y="627184"/>
                    <a:pt x="180894" y="808078"/>
                    <a:pt x="404039" y="808078"/>
                  </a:cubicBezTo>
                  <a:cubicBezTo>
                    <a:pt x="627184" y="808078"/>
                    <a:pt x="808078" y="627184"/>
                    <a:pt x="808078" y="404039"/>
                  </a:cubicBezTo>
                  <a:cubicBezTo>
                    <a:pt x="808078" y="180894"/>
                    <a:pt x="627184" y="0"/>
                    <a:pt x="404039" y="0"/>
                  </a:cubicBezTo>
                  <a:close/>
                </a:path>
              </a:pathLst>
            </a:custGeom>
            <a:solidFill>
              <a:srgbClr val="92D050">
                <a:alpha val="25882"/>
              </a:srgbClr>
            </a:solidFill>
            <a:ln w="19050" cap="sq">
              <a:solidFill>
                <a:srgbClr val="759FAA">
                  <a:alpha val="2588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69FF249B-033E-CC10-9254-984D96706F12}"/>
                </a:ext>
              </a:extLst>
            </p:cNvPr>
            <p:cNvSpPr txBox="1"/>
            <p:nvPr/>
          </p:nvSpPr>
          <p:spPr>
            <a:xfrm>
              <a:off x="75757" y="28132"/>
              <a:ext cx="656563" cy="704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">
            <a:extLst>
              <a:ext uri="{FF2B5EF4-FFF2-40B4-BE49-F238E27FC236}">
                <a16:creationId xmlns:a16="http://schemas.microsoft.com/office/drawing/2014/main" id="{DB5E72FC-0261-FF37-4CB6-30F253F129FE}"/>
              </a:ext>
            </a:extLst>
          </p:cNvPr>
          <p:cNvGrpSpPr/>
          <p:nvPr/>
        </p:nvGrpSpPr>
        <p:grpSpPr>
          <a:xfrm>
            <a:off x="9184451" y="3114975"/>
            <a:ext cx="4150771" cy="4057047"/>
            <a:chOff x="0" y="0"/>
            <a:chExt cx="808078" cy="808078"/>
          </a:xfrm>
        </p:grpSpPr>
        <p:sp>
          <p:nvSpPr>
            <p:cNvPr id="26" name="Freeform 3">
              <a:extLst>
                <a:ext uri="{FF2B5EF4-FFF2-40B4-BE49-F238E27FC236}">
                  <a16:creationId xmlns:a16="http://schemas.microsoft.com/office/drawing/2014/main" id="{806D8B24-7ED7-7C96-D5CA-CF3320DF9C92}"/>
                </a:ext>
              </a:extLst>
            </p:cNvPr>
            <p:cNvSpPr/>
            <p:nvPr/>
          </p:nvSpPr>
          <p:spPr>
            <a:xfrm>
              <a:off x="0" y="0"/>
              <a:ext cx="808078" cy="808078"/>
            </a:xfrm>
            <a:custGeom>
              <a:avLst/>
              <a:gdLst/>
              <a:ahLst/>
              <a:cxnLst/>
              <a:rect l="l" t="t" r="r" b="b"/>
              <a:pathLst>
                <a:path w="808078" h="808078">
                  <a:moveTo>
                    <a:pt x="404039" y="0"/>
                  </a:moveTo>
                  <a:cubicBezTo>
                    <a:pt x="180894" y="0"/>
                    <a:pt x="0" y="180894"/>
                    <a:pt x="0" y="404039"/>
                  </a:cubicBezTo>
                  <a:cubicBezTo>
                    <a:pt x="0" y="627184"/>
                    <a:pt x="180894" y="808078"/>
                    <a:pt x="404039" y="808078"/>
                  </a:cubicBezTo>
                  <a:cubicBezTo>
                    <a:pt x="627184" y="808078"/>
                    <a:pt x="808078" y="627184"/>
                    <a:pt x="808078" y="404039"/>
                  </a:cubicBezTo>
                  <a:cubicBezTo>
                    <a:pt x="808078" y="180894"/>
                    <a:pt x="627184" y="0"/>
                    <a:pt x="404039" y="0"/>
                  </a:cubicBezTo>
                  <a:close/>
                </a:path>
              </a:pathLst>
            </a:custGeom>
            <a:solidFill>
              <a:srgbClr val="92D050">
                <a:alpha val="25882"/>
              </a:srgbClr>
            </a:solidFill>
            <a:ln w="19050" cap="sq">
              <a:solidFill>
                <a:srgbClr val="759FAA">
                  <a:alpha val="2588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4">
              <a:extLst>
                <a:ext uri="{FF2B5EF4-FFF2-40B4-BE49-F238E27FC236}">
                  <a16:creationId xmlns:a16="http://schemas.microsoft.com/office/drawing/2014/main" id="{ADC40B60-18A7-9975-6876-769C1D7ED0ED}"/>
                </a:ext>
              </a:extLst>
            </p:cNvPr>
            <p:cNvSpPr txBox="1"/>
            <p:nvPr/>
          </p:nvSpPr>
          <p:spPr>
            <a:xfrm>
              <a:off x="75757" y="28132"/>
              <a:ext cx="656563" cy="704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">
            <a:extLst>
              <a:ext uri="{FF2B5EF4-FFF2-40B4-BE49-F238E27FC236}">
                <a16:creationId xmlns:a16="http://schemas.microsoft.com/office/drawing/2014/main" id="{EAFF6323-2005-1CCA-6A05-042DC9758D6D}"/>
              </a:ext>
            </a:extLst>
          </p:cNvPr>
          <p:cNvGrpSpPr/>
          <p:nvPr/>
        </p:nvGrpSpPr>
        <p:grpSpPr>
          <a:xfrm>
            <a:off x="13523269" y="3114975"/>
            <a:ext cx="4150771" cy="4057047"/>
            <a:chOff x="0" y="0"/>
            <a:chExt cx="808078" cy="808078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DEAFF249-B9EE-037A-8509-95E9279EE266}"/>
                </a:ext>
              </a:extLst>
            </p:cNvPr>
            <p:cNvSpPr/>
            <p:nvPr/>
          </p:nvSpPr>
          <p:spPr>
            <a:xfrm>
              <a:off x="0" y="0"/>
              <a:ext cx="808078" cy="808078"/>
            </a:xfrm>
            <a:custGeom>
              <a:avLst/>
              <a:gdLst/>
              <a:ahLst/>
              <a:cxnLst/>
              <a:rect l="l" t="t" r="r" b="b"/>
              <a:pathLst>
                <a:path w="808078" h="808078">
                  <a:moveTo>
                    <a:pt x="404039" y="0"/>
                  </a:moveTo>
                  <a:cubicBezTo>
                    <a:pt x="180894" y="0"/>
                    <a:pt x="0" y="180894"/>
                    <a:pt x="0" y="404039"/>
                  </a:cubicBezTo>
                  <a:cubicBezTo>
                    <a:pt x="0" y="627184"/>
                    <a:pt x="180894" y="808078"/>
                    <a:pt x="404039" y="808078"/>
                  </a:cubicBezTo>
                  <a:cubicBezTo>
                    <a:pt x="627184" y="808078"/>
                    <a:pt x="808078" y="627184"/>
                    <a:pt x="808078" y="404039"/>
                  </a:cubicBezTo>
                  <a:cubicBezTo>
                    <a:pt x="808078" y="180894"/>
                    <a:pt x="627184" y="0"/>
                    <a:pt x="404039" y="0"/>
                  </a:cubicBezTo>
                  <a:close/>
                </a:path>
              </a:pathLst>
            </a:custGeom>
            <a:solidFill>
              <a:srgbClr val="92D050">
                <a:alpha val="25882"/>
              </a:srgbClr>
            </a:solidFill>
            <a:ln w="19050" cap="sq">
              <a:solidFill>
                <a:srgbClr val="759FAA">
                  <a:alpha val="2588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BED6BD44-D0A7-38E1-F0E8-E59003A10D5F}"/>
                </a:ext>
              </a:extLst>
            </p:cNvPr>
            <p:cNvSpPr txBox="1"/>
            <p:nvPr/>
          </p:nvSpPr>
          <p:spPr>
            <a:xfrm>
              <a:off x="75757" y="28132"/>
              <a:ext cx="656563" cy="704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570C31D-DD26-C95F-9DC3-18559412EAA6}"/>
              </a:ext>
            </a:extLst>
          </p:cNvPr>
          <p:cNvSpPr txBox="1"/>
          <p:nvPr/>
        </p:nvSpPr>
        <p:spPr>
          <a:xfrm>
            <a:off x="1961197" y="3311615"/>
            <a:ext cx="1219200" cy="64633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/>
              <a:t>1</a:t>
            </a:r>
            <a:endParaRPr lang="ko-KR" altLang="en-US" sz="3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6A0A73-5920-B654-E502-60DC709A3A3A}"/>
              </a:ext>
            </a:extLst>
          </p:cNvPr>
          <p:cNvSpPr txBox="1"/>
          <p:nvPr/>
        </p:nvSpPr>
        <p:spPr>
          <a:xfrm>
            <a:off x="6281017" y="3311615"/>
            <a:ext cx="1219200" cy="64633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/>
              <a:t>2</a:t>
            </a:r>
            <a:endParaRPr lang="ko-KR" altLang="en-US" sz="36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228B96-0990-413F-8AAD-A83CD01A4923}"/>
              </a:ext>
            </a:extLst>
          </p:cNvPr>
          <p:cNvSpPr txBox="1"/>
          <p:nvPr/>
        </p:nvSpPr>
        <p:spPr>
          <a:xfrm>
            <a:off x="10604525" y="3311615"/>
            <a:ext cx="1219200" cy="64633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/>
              <a:t>3</a:t>
            </a:r>
            <a:endParaRPr lang="ko-KR" altLang="en-US" sz="36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A65CAE-E75B-F03E-56E1-F7B6518E980E}"/>
              </a:ext>
            </a:extLst>
          </p:cNvPr>
          <p:cNvSpPr txBox="1"/>
          <p:nvPr/>
        </p:nvSpPr>
        <p:spPr>
          <a:xfrm>
            <a:off x="14943343" y="3307133"/>
            <a:ext cx="1219200" cy="64633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/>
              <a:t>4</a:t>
            </a:r>
            <a:endParaRPr lang="ko-KR" altLang="en-US" sz="3600"/>
          </a:p>
        </p:txBody>
      </p:sp>
      <p:grpSp>
        <p:nvGrpSpPr>
          <p:cNvPr id="41" name="Group 2">
            <a:extLst>
              <a:ext uri="{FF2B5EF4-FFF2-40B4-BE49-F238E27FC236}">
                <a16:creationId xmlns:a16="http://schemas.microsoft.com/office/drawing/2014/main" id="{0573B075-4612-83A5-A6BF-CB8641C6E540}"/>
              </a:ext>
            </a:extLst>
          </p:cNvPr>
          <p:cNvGrpSpPr/>
          <p:nvPr/>
        </p:nvGrpSpPr>
        <p:grpSpPr>
          <a:xfrm>
            <a:off x="1" y="10008764"/>
            <a:ext cx="18287999" cy="297854"/>
            <a:chOff x="0" y="0"/>
            <a:chExt cx="4969807" cy="31608"/>
          </a:xfrm>
        </p:grpSpPr>
        <p:sp>
          <p:nvSpPr>
            <p:cNvPr id="42" name="Freeform 3">
              <a:extLst>
                <a:ext uri="{FF2B5EF4-FFF2-40B4-BE49-F238E27FC236}">
                  <a16:creationId xmlns:a16="http://schemas.microsoft.com/office/drawing/2014/main" id="{B1E714A3-C7EF-BADF-6035-EBACD43E8FA7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Box 4">
              <a:extLst>
                <a:ext uri="{FF2B5EF4-FFF2-40B4-BE49-F238E27FC236}">
                  <a16:creationId xmlns:a16="http://schemas.microsoft.com/office/drawing/2014/main" id="{71B520C1-90ED-E20F-8347-B6BCF88B4A96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89610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도표, 평면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D94702-3F91-7059-9DB9-0AE4224591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8"/>
          <a:stretch>
            <a:fillRect/>
          </a:stretch>
        </p:blipFill>
        <p:spPr>
          <a:xfrm>
            <a:off x="2491578" y="40540"/>
            <a:ext cx="6857999" cy="951943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290868" y="9887944"/>
            <a:ext cx="18869735" cy="3008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76201" y="896534"/>
            <a:ext cx="4349966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본문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F3D16B1A-8FFE-02A6-F04C-79A4C1F69204}"/>
              </a:ext>
            </a:extLst>
          </p:cNvPr>
          <p:cNvSpPr txBox="1"/>
          <p:nvPr/>
        </p:nvSpPr>
        <p:spPr>
          <a:xfrm>
            <a:off x="304800" y="1992612"/>
            <a:ext cx="769620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latin typeface="윤고딕" panose="020B0600000101010101" charset="-127"/>
                <a:ea typeface="윤고딕" panose="020B0600000101010101" charset="-127"/>
              </a:rPr>
              <a:t>Incorder &amp; Decorder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56988AE5-01B4-E30B-C53F-746FE5C194C9}"/>
              </a:ext>
            </a:extLst>
          </p:cNvPr>
          <p:cNvGrpSpPr/>
          <p:nvPr/>
        </p:nvGrpSpPr>
        <p:grpSpPr>
          <a:xfrm>
            <a:off x="1" y="10008764"/>
            <a:ext cx="18287999" cy="297854"/>
            <a:chOff x="0" y="0"/>
            <a:chExt cx="4969807" cy="31608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EE2B3BC2-BC0C-77B2-D509-23E84E98689E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C60389D2-0493-412C-112C-4AE6BD178AAE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Freeform 8">
            <a:extLst>
              <a:ext uri="{FF2B5EF4-FFF2-40B4-BE49-F238E27FC236}">
                <a16:creationId xmlns:a16="http://schemas.microsoft.com/office/drawing/2014/main" id="{BFCD35DB-6A3C-6A3A-CEB4-B64F6FD689CC}"/>
              </a:ext>
            </a:extLst>
          </p:cNvPr>
          <p:cNvSpPr/>
          <p:nvPr/>
        </p:nvSpPr>
        <p:spPr>
          <a:xfrm>
            <a:off x="10645189" y="637289"/>
            <a:ext cx="5058535" cy="3643607"/>
          </a:xfrm>
          <a:custGeom>
            <a:avLst/>
            <a:gdLst/>
            <a:ahLst/>
            <a:cxnLst/>
            <a:rect l="l" t="t" r="r" b="b"/>
            <a:pathLst>
              <a:path w="1332289" h="959633">
                <a:moveTo>
                  <a:pt x="32140" y="0"/>
                </a:moveTo>
                <a:lnTo>
                  <a:pt x="1300149" y="0"/>
                </a:lnTo>
                <a:cubicBezTo>
                  <a:pt x="1308673" y="0"/>
                  <a:pt x="1316848" y="3386"/>
                  <a:pt x="1322875" y="9414"/>
                </a:cubicBezTo>
                <a:cubicBezTo>
                  <a:pt x="1328903" y="15441"/>
                  <a:pt x="1332289" y="23616"/>
                  <a:pt x="1332289" y="32140"/>
                </a:cubicBezTo>
                <a:lnTo>
                  <a:pt x="1332289" y="927493"/>
                </a:lnTo>
                <a:cubicBezTo>
                  <a:pt x="1332289" y="936017"/>
                  <a:pt x="1328903" y="944192"/>
                  <a:pt x="1322875" y="950219"/>
                </a:cubicBezTo>
                <a:cubicBezTo>
                  <a:pt x="1316848" y="956247"/>
                  <a:pt x="1308673" y="959633"/>
                  <a:pt x="1300149" y="959633"/>
                </a:cubicBezTo>
                <a:lnTo>
                  <a:pt x="32140" y="959633"/>
                </a:lnTo>
                <a:cubicBezTo>
                  <a:pt x="23616" y="959633"/>
                  <a:pt x="15441" y="956247"/>
                  <a:pt x="9414" y="950219"/>
                </a:cubicBezTo>
                <a:cubicBezTo>
                  <a:pt x="3386" y="944192"/>
                  <a:pt x="0" y="936017"/>
                  <a:pt x="0" y="927493"/>
                </a:cubicBezTo>
                <a:lnTo>
                  <a:pt x="0" y="32140"/>
                </a:lnTo>
                <a:cubicBezTo>
                  <a:pt x="0" y="23616"/>
                  <a:pt x="3386" y="15441"/>
                  <a:pt x="9414" y="9414"/>
                </a:cubicBezTo>
                <a:cubicBezTo>
                  <a:pt x="15441" y="3386"/>
                  <a:pt x="23616" y="0"/>
                  <a:pt x="32140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F043068F-BBE8-6346-9DA4-5BEB02179A2A}"/>
              </a:ext>
            </a:extLst>
          </p:cNvPr>
          <p:cNvSpPr/>
          <p:nvPr/>
        </p:nvSpPr>
        <p:spPr>
          <a:xfrm>
            <a:off x="10645189" y="5560838"/>
            <a:ext cx="5058535" cy="3643607"/>
          </a:xfrm>
          <a:custGeom>
            <a:avLst/>
            <a:gdLst/>
            <a:ahLst/>
            <a:cxnLst/>
            <a:rect l="l" t="t" r="r" b="b"/>
            <a:pathLst>
              <a:path w="1332289" h="959633">
                <a:moveTo>
                  <a:pt x="32140" y="0"/>
                </a:moveTo>
                <a:lnTo>
                  <a:pt x="1300149" y="0"/>
                </a:lnTo>
                <a:cubicBezTo>
                  <a:pt x="1308673" y="0"/>
                  <a:pt x="1316848" y="3386"/>
                  <a:pt x="1322875" y="9414"/>
                </a:cubicBezTo>
                <a:cubicBezTo>
                  <a:pt x="1328903" y="15441"/>
                  <a:pt x="1332289" y="23616"/>
                  <a:pt x="1332289" y="32140"/>
                </a:cubicBezTo>
                <a:lnTo>
                  <a:pt x="1332289" y="927493"/>
                </a:lnTo>
                <a:cubicBezTo>
                  <a:pt x="1332289" y="936017"/>
                  <a:pt x="1328903" y="944192"/>
                  <a:pt x="1322875" y="950219"/>
                </a:cubicBezTo>
                <a:cubicBezTo>
                  <a:pt x="1316848" y="956247"/>
                  <a:pt x="1308673" y="959633"/>
                  <a:pt x="1300149" y="959633"/>
                </a:cubicBezTo>
                <a:lnTo>
                  <a:pt x="32140" y="959633"/>
                </a:lnTo>
                <a:cubicBezTo>
                  <a:pt x="23616" y="959633"/>
                  <a:pt x="15441" y="956247"/>
                  <a:pt x="9414" y="950219"/>
                </a:cubicBezTo>
                <a:cubicBezTo>
                  <a:pt x="3386" y="944192"/>
                  <a:pt x="0" y="936017"/>
                  <a:pt x="0" y="927493"/>
                </a:cubicBezTo>
                <a:lnTo>
                  <a:pt x="0" y="32140"/>
                </a:lnTo>
                <a:cubicBezTo>
                  <a:pt x="0" y="23616"/>
                  <a:pt x="3386" y="15441"/>
                  <a:pt x="9414" y="9414"/>
                </a:cubicBezTo>
                <a:cubicBezTo>
                  <a:pt x="15441" y="3386"/>
                  <a:pt x="23616" y="0"/>
                  <a:pt x="32140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A3FA78B1-FEC2-79E6-FD80-E7FA9006370D}"/>
              </a:ext>
            </a:extLst>
          </p:cNvPr>
          <p:cNvSpPr txBox="1"/>
          <p:nvPr/>
        </p:nvSpPr>
        <p:spPr>
          <a:xfrm>
            <a:off x="10847157" y="795288"/>
            <a:ext cx="2209800" cy="4909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Encorder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6EC568A-FD2D-F223-51BA-F979AF1A3546}"/>
              </a:ext>
            </a:extLst>
          </p:cNvPr>
          <p:cNvSpPr txBox="1"/>
          <p:nvPr/>
        </p:nvSpPr>
        <p:spPr>
          <a:xfrm>
            <a:off x="10847157" y="5721365"/>
            <a:ext cx="2209800" cy="4909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Decorder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8465A-54EA-1A4A-6914-C7EAD9457C0C}"/>
              </a:ext>
            </a:extLst>
          </p:cNvPr>
          <p:cNvSpPr txBox="1"/>
          <p:nvPr/>
        </p:nvSpPr>
        <p:spPr>
          <a:xfrm>
            <a:off x="10833710" y="1773860"/>
            <a:ext cx="4343400" cy="230832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/>
              <a:t>6</a:t>
            </a:r>
            <a:r>
              <a:rPr lang="ko-KR" altLang="en-US" sz="2400" b="1"/>
              <a:t>개의 </a:t>
            </a:r>
            <a:r>
              <a:rPr lang="en-US" altLang="ko-KR" sz="2400" b="1"/>
              <a:t>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/>
              <a:t>Multi-Head Attention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/>
              <a:t>Feed Forward Network</a:t>
            </a:r>
          </a:p>
          <a:p>
            <a:r>
              <a:rPr lang="en-US" altLang="ko-KR" sz="2400"/>
              <a:t>     </a:t>
            </a:r>
            <a:r>
              <a:rPr lang="en-US" altLang="ko-KR" sz="2400" b="1"/>
              <a:t>(</a:t>
            </a:r>
            <a:r>
              <a:rPr lang="ko-KR" altLang="en-US" sz="2000" b="1"/>
              <a:t>완전 연결 순방향 신경망</a:t>
            </a:r>
            <a:r>
              <a:rPr lang="en-US" altLang="ko-KR" sz="2000" b="1"/>
              <a:t>)</a:t>
            </a:r>
            <a:endParaRPr lang="ko-KR" altLang="en-US" sz="24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847A67-BBFF-B011-8A66-BB93B7F40973}"/>
              </a:ext>
            </a:extLst>
          </p:cNvPr>
          <p:cNvSpPr txBox="1"/>
          <p:nvPr/>
        </p:nvSpPr>
        <p:spPr>
          <a:xfrm>
            <a:off x="10833710" y="6376253"/>
            <a:ext cx="4343400" cy="2677656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/>
              <a:t>6</a:t>
            </a:r>
            <a:r>
              <a:rPr lang="ko-KR" altLang="en-US" sz="2400" b="1"/>
              <a:t>개의 </a:t>
            </a:r>
            <a:r>
              <a:rPr lang="en-US" altLang="ko-KR" sz="2400" b="1"/>
              <a:t>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/>
              <a:t>Multi-Head Attention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/>
              <a:t>Feed Forward 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/>
              <a:t>Masked Multi-Head Attention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9428A-9A4B-4E5C-D4C3-CC6F704E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 descr="텍스트, 도표, 평면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F9BD2A-3A38-9D26-F415-75399F49F4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9" t="1718"/>
          <a:stretch>
            <a:fillRect/>
          </a:stretch>
        </p:blipFill>
        <p:spPr>
          <a:xfrm>
            <a:off x="219635" y="518926"/>
            <a:ext cx="6557681" cy="9519436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B7418E01-7212-A4B0-BA22-996F797056E8}"/>
              </a:ext>
            </a:extLst>
          </p:cNvPr>
          <p:cNvSpPr txBox="1"/>
          <p:nvPr/>
        </p:nvSpPr>
        <p:spPr>
          <a:xfrm>
            <a:off x="-290868" y="9887944"/>
            <a:ext cx="18869735" cy="3008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478AED9-D1D3-5076-009C-1DDF95F288EC}"/>
              </a:ext>
            </a:extLst>
          </p:cNvPr>
          <p:cNvSpPr txBox="1"/>
          <p:nvPr/>
        </p:nvSpPr>
        <p:spPr>
          <a:xfrm>
            <a:off x="76201" y="896534"/>
            <a:ext cx="4349966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본문</a:t>
            </a:r>
            <a:endParaRPr lang="en-US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2BACE843-5AE7-2CE8-DE28-F582A1A8651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D1AE191F-5933-D268-64E1-D861D8C8DD24}"/>
              </a:ext>
            </a:extLst>
          </p:cNvPr>
          <p:cNvGrpSpPr/>
          <p:nvPr/>
        </p:nvGrpSpPr>
        <p:grpSpPr>
          <a:xfrm>
            <a:off x="1" y="10008764"/>
            <a:ext cx="18287999" cy="297854"/>
            <a:chOff x="0" y="0"/>
            <a:chExt cx="4969807" cy="31608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E2FD57DF-5C36-E708-8EC4-A1123D8CE760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88EAC2B4-AADF-C9FD-7999-AEA32148EA53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8">
            <a:extLst>
              <a:ext uri="{FF2B5EF4-FFF2-40B4-BE49-F238E27FC236}">
                <a16:creationId xmlns:a16="http://schemas.microsoft.com/office/drawing/2014/main" id="{F71A69F0-2BE8-AEFB-3FBE-6BAE96770DD8}"/>
              </a:ext>
            </a:extLst>
          </p:cNvPr>
          <p:cNvSpPr/>
          <p:nvPr/>
        </p:nvSpPr>
        <p:spPr>
          <a:xfrm>
            <a:off x="6288799" y="723900"/>
            <a:ext cx="11694401" cy="9015448"/>
          </a:xfrm>
          <a:custGeom>
            <a:avLst/>
            <a:gdLst/>
            <a:ahLst/>
            <a:cxnLst/>
            <a:rect l="l" t="t" r="r" b="b"/>
            <a:pathLst>
              <a:path w="1332289" h="959633">
                <a:moveTo>
                  <a:pt x="32140" y="0"/>
                </a:moveTo>
                <a:lnTo>
                  <a:pt x="1300149" y="0"/>
                </a:lnTo>
                <a:cubicBezTo>
                  <a:pt x="1308673" y="0"/>
                  <a:pt x="1316848" y="3386"/>
                  <a:pt x="1322875" y="9414"/>
                </a:cubicBezTo>
                <a:cubicBezTo>
                  <a:pt x="1328903" y="15441"/>
                  <a:pt x="1332289" y="23616"/>
                  <a:pt x="1332289" y="32140"/>
                </a:cubicBezTo>
                <a:lnTo>
                  <a:pt x="1332289" y="927493"/>
                </a:lnTo>
                <a:cubicBezTo>
                  <a:pt x="1332289" y="936017"/>
                  <a:pt x="1328903" y="944192"/>
                  <a:pt x="1322875" y="950219"/>
                </a:cubicBezTo>
                <a:cubicBezTo>
                  <a:pt x="1316848" y="956247"/>
                  <a:pt x="1308673" y="959633"/>
                  <a:pt x="1300149" y="959633"/>
                </a:cubicBezTo>
                <a:lnTo>
                  <a:pt x="32140" y="959633"/>
                </a:lnTo>
                <a:cubicBezTo>
                  <a:pt x="23616" y="959633"/>
                  <a:pt x="15441" y="956247"/>
                  <a:pt x="9414" y="950219"/>
                </a:cubicBezTo>
                <a:cubicBezTo>
                  <a:pt x="3386" y="944192"/>
                  <a:pt x="0" y="936017"/>
                  <a:pt x="0" y="927493"/>
                </a:cubicBezTo>
                <a:lnTo>
                  <a:pt x="0" y="32140"/>
                </a:lnTo>
                <a:cubicBezTo>
                  <a:pt x="0" y="23616"/>
                  <a:pt x="3386" y="15441"/>
                  <a:pt x="9414" y="9414"/>
                </a:cubicBezTo>
                <a:cubicBezTo>
                  <a:pt x="15441" y="3386"/>
                  <a:pt x="23616" y="0"/>
                  <a:pt x="32140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ko-KR" sz="3200" b="1"/>
              <a:t>Input</a:t>
            </a:r>
            <a:r>
              <a:rPr lang="ko-KR" altLang="en-US" sz="3200" b="1"/>
              <a:t> </a:t>
            </a:r>
            <a:r>
              <a:rPr lang="en-US" altLang="ko-KR" sz="3200" b="1"/>
              <a:t>Embedding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/>
              <a:t>입력 데이터를 토큰화 해 </a:t>
            </a:r>
            <a:r>
              <a:rPr lang="en-US" altLang="ko-KR" sz="2800"/>
              <a:t>PE(Positional Encoding)</a:t>
            </a:r>
            <a:r>
              <a:rPr lang="ko-KR" altLang="en-US" sz="2800"/>
              <a:t>를</a:t>
            </a:r>
            <a:r>
              <a:rPr lang="en-US" altLang="ko-KR" sz="2800"/>
              <a:t> </a:t>
            </a:r>
            <a:r>
              <a:rPr lang="ko-KR" altLang="en-US" sz="2800"/>
              <a:t>추가해 인코딩</a:t>
            </a:r>
            <a:endParaRPr lang="en-US" altLang="ko-KR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/>
              <a:t> </a:t>
            </a:r>
            <a:r>
              <a:rPr lang="ko-KR" altLang="en-US" sz="2800"/>
              <a:t>각 서브 층마다 </a:t>
            </a:r>
            <a:r>
              <a:rPr lang="en-US" altLang="ko-KR" sz="2800"/>
              <a:t>Residual(</a:t>
            </a:r>
            <a:r>
              <a:rPr lang="ko-KR" altLang="en-US" sz="2800"/>
              <a:t>잔차</a:t>
            </a:r>
            <a:r>
              <a:rPr lang="en-US" altLang="ko-KR" sz="2800"/>
              <a:t>) </a:t>
            </a:r>
            <a:r>
              <a:rPr lang="ko-KR" altLang="en-US" sz="2800"/>
              <a:t>연결과 </a:t>
            </a:r>
            <a:r>
              <a:rPr lang="en-US" altLang="ko-KR" sz="2800"/>
              <a:t>Layer Normalization(</a:t>
            </a:r>
            <a:r>
              <a:rPr lang="ko-KR" altLang="en-US" sz="2800"/>
              <a:t>정규화</a:t>
            </a:r>
            <a:r>
              <a:rPr lang="en-US" altLang="ko-KR" sz="2800"/>
              <a:t>)</a:t>
            </a:r>
            <a:r>
              <a:rPr lang="ko-KR" altLang="en-US" sz="2800"/>
              <a:t>를 통해 안정적으로 값을 전달</a:t>
            </a:r>
            <a:endParaRPr lang="en-US" altLang="ko-KR" sz="2800"/>
          </a:p>
          <a:p>
            <a:pPr marL="514350" indent="-514350">
              <a:buAutoNum type="arabicPeriod"/>
            </a:pPr>
            <a:endParaRPr lang="en-US" altLang="ko-KR" sz="2800" b="1"/>
          </a:p>
          <a:p>
            <a:r>
              <a:rPr lang="en-US" altLang="ko-KR" sz="3200" b="1"/>
              <a:t>2.   Multi-Head Attention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/>
              <a:t>입력된 토큰의 관계</a:t>
            </a:r>
            <a:r>
              <a:rPr lang="en-US" altLang="ko-KR" sz="2800"/>
              <a:t>, </a:t>
            </a:r>
            <a:r>
              <a:rPr lang="ko-KR" altLang="en-US" sz="2800"/>
              <a:t>문맥를  판단하고 계산</a:t>
            </a:r>
            <a:endParaRPr lang="en-US" altLang="ko-KR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/>
              <a:t>단어 간의 </a:t>
            </a:r>
            <a:r>
              <a:rPr lang="en-US" altLang="ko-KR" sz="2800"/>
              <a:t>Query, Keys, Values </a:t>
            </a:r>
            <a:r>
              <a:rPr lang="ko-KR" altLang="en-US" sz="2800"/>
              <a:t>를 통한 가중치를 통해 문맥간의 중요도를 파악</a:t>
            </a:r>
            <a:endParaRPr lang="en-US" altLang="ko-KR" sz="2800"/>
          </a:p>
          <a:p>
            <a:endParaRPr lang="en-US" altLang="ko-KR" sz="2800"/>
          </a:p>
          <a:p>
            <a:r>
              <a:rPr lang="en-US" altLang="ko-KR" sz="3200" b="1"/>
              <a:t>3.  Feed Forward Network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/>
              <a:t>Fully Connected Layer</a:t>
            </a:r>
            <a:r>
              <a:rPr lang="ko-KR" altLang="en-US" sz="2800"/>
              <a:t>의 역할로 두 번의 선형변환 사이에 </a:t>
            </a:r>
            <a:r>
              <a:rPr lang="en-US" altLang="ko-KR" sz="2800"/>
              <a:t>ReLU(</a:t>
            </a:r>
            <a:r>
              <a:rPr lang="ko-KR" altLang="en-US" sz="2800"/>
              <a:t>비선형 함수</a:t>
            </a:r>
            <a:r>
              <a:rPr lang="en-US" altLang="ko-KR" sz="2800"/>
              <a:t>)</a:t>
            </a:r>
            <a:r>
              <a:rPr lang="ko-KR" altLang="en-US" sz="2800"/>
              <a:t>를 적용</a:t>
            </a:r>
            <a:endParaRPr lang="en-US" altLang="ko-KR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/>
              <a:t>표현력과 비선형성을 추가함으로서 특징 추출과 복잡한 패턴을 학습</a:t>
            </a:r>
            <a:endParaRPr lang="en-US" altLang="ko-KR" sz="280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800"/>
          </a:p>
          <a:p>
            <a:r>
              <a:rPr lang="en-US" altLang="ko-KR" sz="3200" b="1"/>
              <a:t>4. Masked Multi-Head Attention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/>
              <a:t>인코더에서 나온 결과를 참고해 단어를 결정</a:t>
            </a:r>
            <a:endParaRPr lang="en-US" altLang="ko-KR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/>
              <a:t>Self-Attention </a:t>
            </a:r>
            <a:r>
              <a:rPr lang="ko-KR" altLang="en-US" sz="2800"/>
              <a:t>시 이전 단계만 참고해 </a:t>
            </a:r>
            <a:r>
              <a:rPr lang="en-US" altLang="ko-KR" sz="2800"/>
              <a:t>Causal Mask </a:t>
            </a:r>
            <a:r>
              <a:rPr lang="ko-KR" altLang="en-US" sz="2800"/>
              <a:t>마스킹을 통해 미래의 정보를 참조하지 못하게 막음</a:t>
            </a:r>
            <a:endParaRPr lang="en-US" altLang="ko-KR" sz="2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240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07E0B0F-4706-2C7F-C023-8F584E7E9322}"/>
              </a:ext>
            </a:extLst>
          </p:cNvPr>
          <p:cNvSpPr/>
          <p:nvPr/>
        </p:nvSpPr>
        <p:spPr>
          <a:xfrm>
            <a:off x="990600" y="3924300"/>
            <a:ext cx="2133600" cy="3048000"/>
          </a:xfrm>
          <a:prstGeom prst="roundRect">
            <a:avLst>
              <a:gd name="adj" fmla="val 9104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D31957C-36AF-16D4-3DBF-E9A31832038B}"/>
              </a:ext>
            </a:extLst>
          </p:cNvPr>
          <p:cNvSpPr/>
          <p:nvPr/>
        </p:nvSpPr>
        <p:spPr>
          <a:xfrm>
            <a:off x="3547765" y="2407024"/>
            <a:ext cx="2014835" cy="4565276"/>
          </a:xfrm>
          <a:prstGeom prst="roundRect">
            <a:avLst>
              <a:gd name="adj" fmla="val 9104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97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FD90-2D3D-35C3-2A95-AF8EEE23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>
            <a:extLst>
              <a:ext uri="{FF2B5EF4-FFF2-40B4-BE49-F238E27FC236}">
                <a16:creationId xmlns:a16="http://schemas.microsoft.com/office/drawing/2014/main" id="{A2B2F565-79A5-94C6-6B02-37B9D3129995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1551C4F9-2317-FE25-B48B-792713C8ED67}"/>
              </a:ext>
            </a:extLst>
          </p:cNvPr>
          <p:cNvSpPr txBox="1"/>
          <p:nvPr/>
        </p:nvSpPr>
        <p:spPr>
          <a:xfrm>
            <a:off x="76200" y="896534"/>
            <a:ext cx="7924799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본문 </a:t>
            </a:r>
            <a:endParaRPr lang="en-US" altLang="ko-KR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8AA4863-16A4-6074-8B6F-46A403C520E3}"/>
              </a:ext>
            </a:extLst>
          </p:cNvPr>
          <p:cNvSpPr txBox="1"/>
          <p:nvPr/>
        </p:nvSpPr>
        <p:spPr>
          <a:xfrm>
            <a:off x="304800" y="1992612"/>
            <a:ext cx="243840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latin typeface="윤고딕" panose="020B0600000101010101" charset="-127"/>
                <a:ea typeface="윤고딕" panose="020B0600000101010101" charset="-127"/>
              </a:rPr>
              <a:t> Incoding</a:t>
            </a:r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738F7E94-E0BB-1CB8-B519-D84960144A9B}"/>
              </a:ext>
            </a:extLst>
          </p:cNvPr>
          <p:cNvSpPr/>
          <p:nvPr/>
        </p:nvSpPr>
        <p:spPr>
          <a:xfrm>
            <a:off x="3810000" y="894293"/>
            <a:ext cx="13792200" cy="1506007"/>
          </a:xfrm>
          <a:custGeom>
            <a:avLst/>
            <a:gdLst/>
            <a:ahLst/>
            <a:cxnLst/>
            <a:rect l="l" t="t" r="r" b="b"/>
            <a:pathLst>
              <a:path w="1332289" h="959633">
                <a:moveTo>
                  <a:pt x="32140" y="0"/>
                </a:moveTo>
                <a:lnTo>
                  <a:pt x="1300149" y="0"/>
                </a:lnTo>
                <a:cubicBezTo>
                  <a:pt x="1308673" y="0"/>
                  <a:pt x="1316848" y="3386"/>
                  <a:pt x="1322875" y="9414"/>
                </a:cubicBezTo>
                <a:cubicBezTo>
                  <a:pt x="1328903" y="15441"/>
                  <a:pt x="1332289" y="23616"/>
                  <a:pt x="1332289" y="32140"/>
                </a:cubicBezTo>
                <a:lnTo>
                  <a:pt x="1332289" y="927493"/>
                </a:lnTo>
                <a:cubicBezTo>
                  <a:pt x="1332289" y="936017"/>
                  <a:pt x="1328903" y="944192"/>
                  <a:pt x="1322875" y="950219"/>
                </a:cubicBezTo>
                <a:cubicBezTo>
                  <a:pt x="1316848" y="956247"/>
                  <a:pt x="1308673" y="959633"/>
                  <a:pt x="1300149" y="959633"/>
                </a:cubicBezTo>
                <a:lnTo>
                  <a:pt x="32140" y="959633"/>
                </a:lnTo>
                <a:cubicBezTo>
                  <a:pt x="23616" y="959633"/>
                  <a:pt x="15441" y="956247"/>
                  <a:pt x="9414" y="950219"/>
                </a:cubicBezTo>
                <a:cubicBezTo>
                  <a:pt x="3386" y="944192"/>
                  <a:pt x="0" y="936017"/>
                  <a:pt x="0" y="927493"/>
                </a:cubicBezTo>
                <a:lnTo>
                  <a:pt x="0" y="32140"/>
                </a:lnTo>
                <a:cubicBezTo>
                  <a:pt x="0" y="23616"/>
                  <a:pt x="3386" y="15441"/>
                  <a:pt x="9414" y="9414"/>
                </a:cubicBezTo>
                <a:cubicBezTo>
                  <a:pt x="15441" y="3386"/>
                  <a:pt x="23616" y="0"/>
                  <a:pt x="32140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ko-KR" sz="3200" b="1"/>
              <a:t>Tokenization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/>
              <a:t>입력 데이터</a:t>
            </a:r>
            <a:r>
              <a:rPr lang="en-US" altLang="ko-KR" sz="2800"/>
              <a:t>(</a:t>
            </a:r>
            <a:r>
              <a:rPr lang="ko-KR" altLang="en-US" sz="2800"/>
              <a:t>시퀀스 데이터</a:t>
            </a:r>
            <a:r>
              <a:rPr lang="en-US" altLang="ko-KR" sz="2800"/>
              <a:t>)</a:t>
            </a:r>
            <a:r>
              <a:rPr lang="ko-KR" altLang="en-US" sz="2800"/>
              <a:t>의 단어와 서브워드를 </a:t>
            </a:r>
            <a:r>
              <a:rPr lang="en-US" altLang="ko-KR" sz="2800"/>
              <a:t>BPE(Byte Pair Encoding)</a:t>
            </a:r>
            <a:r>
              <a:rPr lang="ko-KR" altLang="en-US" sz="2800"/>
              <a:t>기법을 통해 </a:t>
            </a:r>
            <a:endParaRPr lang="en-US" altLang="ko-KR" sz="2800"/>
          </a:p>
          <a:p>
            <a:r>
              <a:rPr lang="en-US" altLang="ko-KR" sz="2800"/>
              <a:t>     </a:t>
            </a:r>
            <a:r>
              <a:rPr lang="ko-KR" altLang="en-US" sz="2800"/>
              <a:t>토큰화한다</a:t>
            </a:r>
            <a:r>
              <a:rPr lang="en-US" altLang="ko-KR" sz="2800"/>
              <a:t>.</a:t>
            </a:r>
          </a:p>
          <a:p>
            <a:endParaRPr lang="en-US" altLang="ko-KR" sz="2800"/>
          </a:p>
          <a:p>
            <a:endParaRPr lang="ko-KR" altLang="en-US" sz="2400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13CF1668-2145-F67A-9258-2A1C538D8BA6}"/>
              </a:ext>
            </a:extLst>
          </p:cNvPr>
          <p:cNvGrpSpPr/>
          <p:nvPr/>
        </p:nvGrpSpPr>
        <p:grpSpPr>
          <a:xfrm>
            <a:off x="1" y="10008764"/>
            <a:ext cx="18287999" cy="297854"/>
            <a:chOff x="0" y="0"/>
            <a:chExt cx="4969807" cy="31608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28E86594-8C2D-0E37-F363-6A89EBBF0A4A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B215E759-2E5F-37B9-6B70-77A0DCB62A50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CC6212F4-7E2F-E783-8FDD-F1EC9B609F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928" b="15095"/>
          <a:stretch>
            <a:fillRect/>
          </a:stretch>
        </p:blipFill>
        <p:spPr>
          <a:xfrm>
            <a:off x="3733800" y="5554893"/>
            <a:ext cx="10392694" cy="992607"/>
          </a:xfrm>
          <a:prstGeom prst="rect">
            <a:avLst/>
          </a:prstGeom>
        </p:spPr>
      </p:pic>
      <p:sp>
        <p:nvSpPr>
          <p:cNvPr id="13" name="Freeform 8">
            <a:extLst>
              <a:ext uri="{FF2B5EF4-FFF2-40B4-BE49-F238E27FC236}">
                <a16:creationId xmlns:a16="http://schemas.microsoft.com/office/drawing/2014/main" id="{AC01DCB0-D866-37F5-B30B-1D6DA8098C60}"/>
              </a:ext>
            </a:extLst>
          </p:cNvPr>
          <p:cNvSpPr/>
          <p:nvPr/>
        </p:nvSpPr>
        <p:spPr>
          <a:xfrm>
            <a:off x="3792071" y="3110521"/>
            <a:ext cx="13792200" cy="1301372"/>
          </a:xfrm>
          <a:custGeom>
            <a:avLst/>
            <a:gdLst/>
            <a:ahLst/>
            <a:cxnLst/>
            <a:rect l="l" t="t" r="r" b="b"/>
            <a:pathLst>
              <a:path w="1332289" h="959633">
                <a:moveTo>
                  <a:pt x="32140" y="0"/>
                </a:moveTo>
                <a:lnTo>
                  <a:pt x="1300149" y="0"/>
                </a:lnTo>
                <a:cubicBezTo>
                  <a:pt x="1308673" y="0"/>
                  <a:pt x="1316848" y="3386"/>
                  <a:pt x="1322875" y="9414"/>
                </a:cubicBezTo>
                <a:cubicBezTo>
                  <a:pt x="1328903" y="15441"/>
                  <a:pt x="1332289" y="23616"/>
                  <a:pt x="1332289" y="32140"/>
                </a:cubicBezTo>
                <a:lnTo>
                  <a:pt x="1332289" y="927493"/>
                </a:lnTo>
                <a:cubicBezTo>
                  <a:pt x="1332289" y="936017"/>
                  <a:pt x="1328903" y="944192"/>
                  <a:pt x="1322875" y="950219"/>
                </a:cubicBezTo>
                <a:cubicBezTo>
                  <a:pt x="1316848" y="956247"/>
                  <a:pt x="1308673" y="959633"/>
                  <a:pt x="1300149" y="959633"/>
                </a:cubicBezTo>
                <a:lnTo>
                  <a:pt x="32140" y="959633"/>
                </a:lnTo>
                <a:cubicBezTo>
                  <a:pt x="23616" y="959633"/>
                  <a:pt x="15441" y="956247"/>
                  <a:pt x="9414" y="950219"/>
                </a:cubicBezTo>
                <a:cubicBezTo>
                  <a:pt x="3386" y="944192"/>
                  <a:pt x="0" y="936017"/>
                  <a:pt x="0" y="927493"/>
                </a:cubicBezTo>
                <a:lnTo>
                  <a:pt x="0" y="32140"/>
                </a:lnTo>
                <a:cubicBezTo>
                  <a:pt x="0" y="23616"/>
                  <a:pt x="3386" y="15441"/>
                  <a:pt x="9414" y="9414"/>
                </a:cubicBezTo>
                <a:cubicBezTo>
                  <a:pt x="15441" y="3386"/>
                  <a:pt x="23616" y="0"/>
                  <a:pt x="32140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r>
              <a:rPr lang="en-US" altLang="ko-KR" sz="3200" b="1"/>
              <a:t>2. Token Indexing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/>
              <a:t>각 토큰으로 분리된 단어들을 사전에 정의된 인덱스로 변환한다</a:t>
            </a:r>
            <a:r>
              <a:rPr lang="en-US" altLang="ko-KR" sz="2800"/>
              <a:t>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93520D2-F33A-9757-9081-DCB5D13B91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956" b="27522"/>
          <a:stretch>
            <a:fillRect/>
          </a:stretch>
        </p:blipFill>
        <p:spPr>
          <a:xfrm>
            <a:off x="3657600" y="7690501"/>
            <a:ext cx="8888065" cy="992607"/>
          </a:xfrm>
          <a:prstGeom prst="rect">
            <a:avLst/>
          </a:prstGeom>
        </p:spPr>
      </p:pic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52A4BDED-5883-04FC-8D83-C5DC925DD657}"/>
              </a:ext>
            </a:extLst>
          </p:cNvPr>
          <p:cNvSpPr/>
          <p:nvPr/>
        </p:nvSpPr>
        <p:spPr>
          <a:xfrm>
            <a:off x="7893423" y="6662277"/>
            <a:ext cx="640977" cy="846210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403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E0067-211C-3BE7-6AB5-98FFE6849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>
            <a:extLst>
              <a:ext uri="{FF2B5EF4-FFF2-40B4-BE49-F238E27FC236}">
                <a16:creationId xmlns:a16="http://schemas.microsoft.com/office/drawing/2014/main" id="{6F680956-83B1-68B2-468A-78A30823D079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9D6261A3-04D5-9320-3264-951F2E7FE97F}"/>
              </a:ext>
            </a:extLst>
          </p:cNvPr>
          <p:cNvSpPr txBox="1"/>
          <p:nvPr/>
        </p:nvSpPr>
        <p:spPr>
          <a:xfrm>
            <a:off x="76200" y="896534"/>
            <a:ext cx="7924799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본문 </a:t>
            </a:r>
            <a:endParaRPr lang="en-US" altLang="ko-KR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012E6BA-05F9-9253-952E-4CD114D0CBD2}"/>
              </a:ext>
            </a:extLst>
          </p:cNvPr>
          <p:cNvSpPr txBox="1"/>
          <p:nvPr/>
        </p:nvSpPr>
        <p:spPr>
          <a:xfrm>
            <a:off x="304800" y="1992612"/>
            <a:ext cx="243840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latin typeface="윤고딕" panose="020B0600000101010101" charset="-127"/>
                <a:ea typeface="윤고딕" panose="020B0600000101010101" charset="-127"/>
              </a:rPr>
              <a:t> Incoding</a:t>
            </a:r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241A55FE-24B3-7B39-FCAF-76E8580EBB76}"/>
              </a:ext>
            </a:extLst>
          </p:cNvPr>
          <p:cNvSpPr/>
          <p:nvPr/>
        </p:nvSpPr>
        <p:spPr>
          <a:xfrm>
            <a:off x="3810000" y="894293"/>
            <a:ext cx="13792200" cy="1506007"/>
          </a:xfrm>
          <a:custGeom>
            <a:avLst/>
            <a:gdLst/>
            <a:ahLst/>
            <a:cxnLst/>
            <a:rect l="l" t="t" r="r" b="b"/>
            <a:pathLst>
              <a:path w="1332289" h="959633">
                <a:moveTo>
                  <a:pt x="32140" y="0"/>
                </a:moveTo>
                <a:lnTo>
                  <a:pt x="1300149" y="0"/>
                </a:lnTo>
                <a:cubicBezTo>
                  <a:pt x="1308673" y="0"/>
                  <a:pt x="1316848" y="3386"/>
                  <a:pt x="1322875" y="9414"/>
                </a:cubicBezTo>
                <a:cubicBezTo>
                  <a:pt x="1328903" y="15441"/>
                  <a:pt x="1332289" y="23616"/>
                  <a:pt x="1332289" y="32140"/>
                </a:cubicBezTo>
                <a:lnTo>
                  <a:pt x="1332289" y="927493"/>
                </a:lnTo>
                <a:cubicBezTo>
                  <a:pt x="1332289" y="936017"/>
                  <a:pt x="1328903" y="944192"/>
                  <a:pt x="1322875" y="950219"/>
                </a:cubicBezTo>
                <a:cubicBezTo>
                  <a:pt x="1316848" y="956247"/>
                  <a:pt x="1308673" y="959633"/>
                  <a:pt x="1300149" y="959633"/>
                </a:cubicBezTo>
                <a:lnTo>
                  <a:pt x="32140" y="959633"/>
                </a:lnTo>
                <a:cubicBezTo>
                  <a:pt x="23616" y="959633"/>
                  <a:pt x="15441" y="956247"/>
                  <a:pt x="9414" y="950219"/>
                </a:cubicBezTo>
                <a:cubicBezTo>
                  <a:pt x="3386" y="944192"/>
                  <a:pt x="0" y="936017"/>
                  <a:pt x="0" y="927493"/>
                </a:cubicBezTo>
                <a:lnTo>
                  <a:pt x="0" y="32140"/>
                </a:lnTo>
                <a:cubicBezTo>
                  <a:pt x="0" y="23616"/>
                  <a:pt x="3386" y="15441"/>
                  <a:pt x="9414" y="9414"/>
                </a:cubicBezTo>
                <a:cubicBezTo>
                  <a:pt x="15441" y="3386"/>
                  <a:pt x="23616" y="0"/>
                  <a:pt x="32140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r>
              <a:rPr lang="en-US" altLang="ko-KR" sz="3200" b="1"/>
              <a:t>3. Embedding</a:t>
            </a:r>
            <a:r>
              <a:rPr lang="ko-KR" altLang="en-US" sz="3200" b="1"/>
              <a:t> </a:t>
            </a:r>
            <a:r>
              <a:rPr lang="en-US" altLang="ko-KR" sz="3200" b="1"/>
              <a:t>Vector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/>
              <a:t>각 토큰 인덱스를 고정된 크기의 임베딩 벡터로 변환한다</a:t>
            </a:r>
            <a:r>
              <a:rPr lang="en-US" altLang="ko-KR" sz="2800"/>
              <a:t>.  </a:t>
            </a:r>
            <a:r>
              <a:rPr lang="ko-KR" altLang="en-US" sz="2800"/>
              <a:t>각 차원에 맞게 고차원 형태의 벡터로 변환한다</a:t>
            </a:r>
            <a:r>
              <a:rPr lang="en-US" altLang="ko-KR" sz="2800"/>
              <a:t>.</a:t>
            </a:r>
          </a:p>
          <a:p>
            <a:endParaRPr lang="ko-KR" altLang="en-US" sz="2400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D3D8C0B0-70A7-D2EB-C99E-63ADED8D17DD}"/>
              </a:ext>
            </a:extLst>
          </p:cNvPr>
          <p:cNvGrpSpPr/>
          <p:nvPr/>
        </p:nvGrpSpPr>
        <p:grpSpPr>
          <a:xfrm>
            <a:off x="1" y="10008764"/>
            <a:ext cx="18287999" cy="297854"/>
            <a:chOff x="0" y="0"/>
            <a:chExt cx="4969807" cy="31608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3503EE6A-F5A6-8781-BC65-896B1B6ADC08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27E5085F-DE02-9995-A0EA-67E99DB9B3FF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8">
            <a:extLst>
              <a:ext uri="{FF2B5EF4-FFF2-40B4-BE49-F238E27FC236}">
                <a16:creationId xmlns:a16="http://schemas.microsoft.com/office/drawing/2014/main" id="{981460A8-E2A7-952F-DF62-ED1F4BCA60E8}"/>
              </a:ext>
            </a:extLst>
          </p:cNvPr>
          <p:cNvSpPr/>
          <p:nvPr/>
        </p:nvSpPr>
        <p:spPr>
          <a:xfrm>
            <a:off x="3792071" y="3110520"/>
            <a:ext cx="13792200" cy="2032980"/>
          </a:xfrm>
          <a:custGeom>
            <a:avLst/>
            <a:gdLst/>
            <a:ahLst/>
            <a:cxnLst/>
            <a:rect l="l" t="t" r="r" b="b"/>
            <a:pathLst>
              <a:path w="1332289" h="959633">
                <a:moveTo>
                  <a:pt x="32140" y="0"/>
                </a:moveTo>
                <a:lnTo>
                  <a:pt x="1300149" y="0"/>
                </a:lnTo>
                <a:cubicBezTo>
                  <a:pt x="1308673" y="0"/>
                  <a:pt x="1316848" y="3386"/>
                  <a:pt x="1322875" y="9414"/>
                </a:cubicBezTo>
                <a:cubicBezTo>
                  <a:pt x="1328903" y="15441"/>
                  <a:pt x="1332289" y="23616"/>
                  <a:pt x="1332289" y="32140"/>
                </a:cubicBezTo>
                <a:lnTo>
                  <a:pt x="1332289" y="927493"/>
                </a:lnTo>
                <a:cubicBezTo>
                  <a:pt x="1332289" y="936017"/>
                  <a:pt x="1328903" y="944192"/>
                  <a:pt x="1322875" y="950219"/>
                </a:cubicBezTo>
                <a:cubicBezTo>
                  <a:pt x="1316848" y="956247"/>
                  <a:pt x="1308673" y="959633"/>
                  <a:pt x="1300149" y="959633"/>
                </a:cubicBezTo>
                <a:lnTo>
                  <a:pt x="32140" y="959633"/>
                </a:lnTo>
                <a:cubicBezTo>
                  <a:pt x="23616" y="959633"/>
                  <a:pt x="15441" y="956247"/>
                  <a:pt x="9414" y="950219"/>
                </a:cubicBezTo>
                <a:cubicBezTo>
                  <a:pt x="3386" y="944192"/>
                  <a:pt x="0" y="936017"/>
                  <a:pt x="0" y="927493"/>
                </a:cubicBezTo>
                <a:lnTo>
                  <a:pt x="0" y="32140"/>
                </a:lnTo>
                <a:cubicBezTo>
                  <a:pt x="0" y="23616"/>
                  <a:pt x="3386" y="15441"/>
                  <a:pt x="9414" y="9414"/>
                </a:cubicBezTo>
                <a:cubicBezTo>
                  <a:pt x="15441" y="3386"/>
                  <a:pt x="23616" y="0"/>
                  <a:pt x="32140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r>
              <a:rPr lang="en-US" altLang="ko-KR" sz="3200" b="1"/>
              <a:t>4. Positional Encoding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/>
              <a:t>차원에 맞게 계산한 벡터에 데이터간의 순서를 기억하기 위해 위치 정보를 인코딩해 추가한다</a:t>
            </a:r>
            <a:r>
              <a:rPr lang="en-US" altLang="ko-KR" sz="280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/>
              <a:t>Sin, Cos </a:t>
            </a:r>
            <a:r>
              <a:rPr lang="ko-KR" altLang="en-US" sz="2800"/>
              <a:t>함수를 통해 계산되며 임베딩 벡터 값에 위치 인코딩 값을 더해 입력을 구한다</a:t>
            </a:r>
            <a:r>
              <a:rPr lang="en-US" altLang="ko-KR" sz="2800"/>
              <a:t>.</a:t>
            </a:r>
          </a:p>
          <a:p>
            <a:endParaRPr lang="ko-KR" altLang="en-US" sz="240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257B347-B646-36D6-C61B-86CA57E1F5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48"/>
          <a:stretch>
            <a:fillRect/>
          </a:stretch>
        </p:blipFill>
        <p:spPr>
          <a:xfrm>
            <a:off x="1981200" y="5592288"/>
            <a:ext cx="5515879" cy="358847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85752EA-31B6-D8AB-65B5-D77FD64F0C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64" b="2721"/>
          <a:stretch>
            <a:fillRect/>
          </a:stretch>
        </p:blipFill>
        <p:spPr>
          <a:xfrm>
            <a:off x="10515600" y="5218371"/>
            <a:ext cx="6019800" cy="471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17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2C260-CFEA-EAE0-51BF-4AB90D1B6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>
            <a:extLst>
              <a:ext uri="{FF2B5EF4-FFF2-40B4-BE49-F238E27FC236}">
                <a16:creationId xmlns:a16="http://schemas.microsoft.com/office/drawing/2014/main" id="{F5A27F52-9B26-80E2-6B9F-5B2C0692B398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D5890C80-D155-A84F-01D1-8ACA63880C7A}"/>
              </a:ext>
            </a:extLst>
          </p:cNvPr>
          <p:cNvSpPr txBox="1"/>
          <p:nvPr/>
        </p:nvSpPr>
        <p:spPr>
          <a:xfrm>
            <a:off x="76200" y="896534"/>
            <a:ext cx="7924799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본문 </a:t>
            </a:r>
            <a:endParaRPr lang="en-US" altLang="ko-KR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B54558D-4700-DC2A-24C6-CEC1297D8DE5}"/>
              </a:ext>
            </a:extLst>
          </p:cNvPr>
          <p:cNvSpPr txBox="1"/>
          <p:nvPr/>
        </p:nvSpPr>
        <p:spPr>
          <a:xfrm>
            <a:off x="304800" y="1992612"/>
            <a:ext cx="243840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latin typeface="윤고딕" panose="020B0600000101010101" charset="-127"/>
                <a:ea typeface="윤고딕" panose="020B0600000101010101" charset="-127"/>
              </a:rPr>
              <a:t> Attention</a:t>
            </a:r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8DA5B82E-D9FC-439A-E8AB-3A41B7492867}"/>
              </a:ext>
            </a:extLst>
          </p:cNvPr>
          <p:cNvSpPr/>
          <p:nvPr/>
        </p:nvSpPr>
        <p:spPr>
          <a:xfrm>
            <a:off x="3810000" y="894293"/>
            <a:ext cx="13792200" cy="1429807"/>
          </a:xfrm>
          <a:custGeom>
            <a:avLst/>
            <a:gdLst/>
            <a:ahLst/>
            <a:cxnLst/>
            <a:rect l="l" t="t" r="r" b="b"/>
            <a:pathLst>
              <a:path w="1332289" h="959633">
                <a:moveTo>
                  <a:pt x="32140" y="0"/>
                </a:moveTo>
                <a:lnTo>
                  <a:pt x="1300149" y="0"/>
                </a:lnTo>
                <a:cubicBezTo>
                  <a:pt x="1308673" y="0"/>
                  <a:pt x="1316848" y="3386"/>
                  <a:pt x="1322875" y="9414"/>
                </a:cubicBezTo>
                <a:cubicBezTo>
                  <a:pt x="1328903" y="15441"/>
                  <a:pt x="1332289" y="23616"/>
                  <a:pt x="1332289" y="32140"/>
                </a:cubicBezTo>
                <a:lnTo>
                  <a:pt x="1332289" y="927493"/>
                </a:lnTo>
                <a:cubicBezTo>
                  <a:pt x="1332289" y="936017"/>
                  <a:pt x="1328903" y="944192"/>
                  <a:pt x="1322875" y="950219"/>
                </a:cubicBezTo>
                <a:cubicBezTo>
                  <a:pt x="1316848" y="956247"/>
                  <a:pt x="1308673" y="959633"/>
                  <a:pt x="1300149" y="959633"/>
                </a:cubicBezTo>
                <a:lnTo>
                  <a:pt x="32140" y="959633"/>
                </a:lnTo>
                <a:cubicBezTo>
                  <a:pt x="23616" y="959633"/>
                  <a:pt x="15441" y="956247"/>
                  <a:pt x="9414" y="950219"/>
                </a:cubicBezTo>
                <a:cubicBezTo>
                  <a:pt x="3386" y="944192"/>
                  <a:pt x="0" y="936017"/>
                  <a:pt x="0" y="927493"/>
                </a:cubicBezTo>
                <a:lnTo>
                  <a:pt x="0" y="32140"/>
                </a:lnTo>
                <a:cubicBezTo>
                  <a:pt x="0" y="23616"/>
                  <a:pt x="3386" y="15441"/>
                  <a:pt x="9414" y="9414"/>
                </a:cubicBezTo>
                <a:cubicBezTo>
                  <a:pt x="15441" y="3386"/>
                  <a:pt x="23616" y="0"/>
                  <a:pt x="32140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ko-KR" sz="3200" b="1"/>
              <a:t>Query, Key, Value </a:t>
            </a:r>
            <a:r>
              <a:rPr lang="ko-KR" altLang="en-US" sz="3200" b="1"/>
              <a:t>벡터</a:t>
            </a:r>
            <a:endParaRPr lang="en-US" altLang="ko-KR" sz="32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/>
              <a:t>입력 문장에 각 단어에 맞는 쿼리</a:t>
            </a:r>
            <a:r>
              <a:rPr lang="en-US" altLang="ko-KR" sz="2800"/>
              <a:t>, </a:t>
            </a:r>
            <a:r>
              <a:rPr lang="ko-KR" altLang="en-US" sz="2800"/>
              <a:t>키</a:t>
            </a:r>
            <a:r>
              <a:rPr lang="en-US" altLang="ko-KR" sz="2800"/>
              <a:t> </a:t>
            </a:r>
            <a:r>
              <a:rPr lang="ko-KR" altLang="en-US" sz="2800"/>
              <a:t>벡터를 생성한다</a:t>
            </a:r>
            <a:r>
              <a:rPr lang="en-US" altLang="ko-KR" sz="280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/>
              <a:t>쿼리</a:t>
            </a:r>
            <a:r>
              <a:rPr lang="en-US" altLang="ko-KR" sz="2800"/>
              <a:t>: </a:t>
            </a:r>
            <a:r>
              <a:rPr lang="ko-KR" altLang="en-US" sz="2800"/>
              <a:t>단어의 연관성 </a:t>
            </a:r>
            <a:r>
              <a:rPr lang="en-US" altLang="ko-KR" sz="2800"/>
              <a:t>/ </a:t>
            </a:r>
            <a:r>
              <a:rPr lang="ko-KR" altLang="en-US" sz="2800"/>
              <a:t>키</a:t>
            </a:r>
            <a:r>
              <a:rPr lang="en-US" altLang="ko-KR" sz="2800"/>
              <a:t>: </a:t>
            </a:r>
            <a:r>
              <a:rPr lang="ko-KR" altLang="en-US" sz="2800"/>
              <a:t>단어의 식별정보 </a:t>
            </a:r>
            <a:r>
              <a:rPr lang="en-US" altLang="ko-KR" sz="2800"/>
              <a:t>/ </a:t>
            </a:r>
            <a:r>
              <a:rPr lang="ko-KR" altLang="en-US" sz="2800"/>
              <a:t>값</a:t>
            </a:r>
            <a:r>
              <a:rPr lang="en-US" altLang="ko-KR" sz="2800"/>
              <a:t>: </a:t>
            </a:r>
            <a:r>
              <a:rPr lang="ko-KR" altLang="en-US" sz="2800"/>
              <a:t>단어의 실제 정보</a:t>
            </a:r>
            <a:r>
              <a:rPr lang="en-US" altLang="ko-KR" sz="2800"/>
              <a:t> </a:t>
            </a:r>
          </a:p>
          <a:p>
            <a:endParaRPr lang="en-US" altLang="ko-KR" sz="2800"/>
          </a:p>
          <a:p>
            <a:endParaRPr lang="ko-KR" altLang="en-US" sz="2400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29E09410-F7F8-A7D6-34CF-C03DDB7C3704}"/>
              </a:ext>
            </a:extLst>
          </p:cNvPr>
          <p:cNvGrpSpPr/>
          <p:nvPr/>
        </p:nvGrpSpPr>
        <p:grpSpPr>
          <a:xfrm>
            <a:off x="1" y="10008764"/>
            <a:ext cx="18287999" cy="297854"/>
            <a:chOff x="0" y="0"/>
            <a:chExt cx="4969807" cy="31608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7B22C5D7-A257-2D4B-E194-94D5E37E721F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C1369BEF-2B28-744A-2E71-2CD0A3EBCDF9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8">
            <a:extLst>
              <a:ext uri="{FF2B5EF4-FFF2-40B4-BE49-F238E27FC236}">
                <a16:creationId xmlns:a16="http://schemas.microsoft.com/office/drawing/2014/main" id="{64FD5D98-B6EE-519F-41DC-018B6CF86138}"/>
              </a:ext>
            </a:extLst>
          </p:cNvPr>
          <p:cNvSpPr/>
          <p:nvPr/>
        </p:nvSpPr>
        <p:spPr>
          <a:xfrm>
            <a:off x="3810000" y="2612894"/>
            <a:ext cx="13792200" cy="1168165"/>
          </a:xfrm>
          <a:custGeom>
            <a:avLst/>
            <a:gdLst/>
            <a:ahLst/>
            <a:cxnLst/>
            <a:rect l="l" t="t" r="r" b="b"/>
            <a:pathLst>
              <a:path w="1332289" h="959633">
                <a:moveTo>
                  <a:pt x="32140" y="0"/>
                </a:moveTo>
                <a:lnTo>
                  <a:pt x="1300149" y="0"/>
                </a:lnTo>
                <a:cubicBezTo>
                  <a:pt x="1308673" y="0"/>
                  <a:pt x="1316848" y="3386"/>
                  <a:pt x="1322875" y="9414"/>
                </a:cubicBezTo>
                <a:cubicBezTo>
                  <a:pt x="1328903" y="15441"/>
                  <a:pt x="1332289" y="23616"/>
                  <a:pt x="1332289" y="32140"/>
                </a:cubicBezTo>
                <a:lnTo>
                  <a:pt x="1332289" y="927493"/>
                </a:lnTo>
                <a:cubicBezTo>
                  <a:pt x="1332289" y="936017"/>
                  <a:pt x="1328903" y="944192"/>
                  <a:pt x="1322875" y="950219"/>
                </a:cubicBezTo>
                <a:cubicBezTo>
                  <a:pt x="1316848" y="956247"/>
                  <a:pt x="1308673" y="959633"/>
                  <a:pt x="1300149" y="959633"/>
                </a:cubicBezTo>
                <a:lnTo>
                  <a:pt x="32140" y="959633"/>
                </a:lnTo>
                <a:cubicBezTo>
                  <a:pt x="23616" y="959633"/>
                  <a:pt x="15441" y="956247"/>
                  <a:pt x="9414" y="950219"/>
                </a:cubicBezTo>
                <a:cubicBezTo>
                  <a:pt x="3386" y="944192"/>
                  <a:pt x="0" y="936017"/>
                  <a:pt x="0" y="927493"/>
                </a:cubicBezTo>
                <a:lnTo>
                  <a:pt x="0" y="32140"/>
                </a:lnTo>
                <a:cubicBezTo>
                  <a:pt x="0" y="23616"/>
                  <a:pt x="3386" y="15441"/>
                  <a:pt x="9414" y="9414"/>
                </a:cubicBezTo>
                <a:cubicBezTo>
                  <a:pt x="15441" y="3386"/>
                  <a:pt x="23616" y="0"/>
                  <a:pt x="32140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r>
              <a:rPr lang="en-US" altLang="ko-KR" sz="3200" b="1"/>
              <a:t>2. Attention Score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/>
              <a:t>Query </a:t>
            </a:r>
            <a:r>
              <a:rPr lang="ko-KR" altLang="en-US" sz="2800"/>
              <a:t>와 </a:t>
            </a:r>
            <a:r>
              <a:rPr lang="en-US" altLang="ko-KR" sz="2800"/>
              <a:t>Key</a:t>
            </a:r>
            <a:r>
              <a:rPr lang="ko-KR" altLang="en-US" sz="2800"/>
              <a:t>값 간의 </a:t>
            </a:r>
            <a:r>
              <a:rPr lang="en-US" altLang="ko-KR" sz="2800"/>
              <a:t>|Q||K|cos(</a:t>
            </a:r>
            <a:r>
              <a:rPr lang="el-GR" altLang="ko-KR" sz="2800"/>
              <a:t>θ</a:t>
            </a:r>
            <a:r>
              <a:rPr lang="en-US" altLang="ko-KR" sz="2800"/>
              <a:t>)</a:t>
            </a:r>
            <a:r>
              <a:rPr lang="ko-KR" altLang="en-US" sz="2800"/>
              <a:t>를</a:t>
            </a:r>
            <a:r>
              <a:rPr lang="en-US" altLang="ko-KR" sz="2800"/>
              <a:t> </a:t>
            </a:r>
            <a:r>
              <a:rPr lang="ko-KR" altLang="en-US" sz="2800"/>
              <a:t>통해 유사도를 계산해 점수로 표현 </a:t>
            </a:r>
            <a:endParaRPr lang="en-US" altLang="ko-KR" sz="2800"/>
          </a:p>
          <a:p>
            <a:endParaRPr lang="ko-KR" altLang="en-US" sz="240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3F5B8AD9-C871-5452-426C-0E5AC83581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80" r="6443"/>
          <a:stretch>
            <a:fillRect/>
          </a:stretch>
        </p:blipFill>
        <p:spPr>
          <a:xfrm>
            <a:off x="3810000" y="6399460"/>
            <a:ext cx="7225478" cy="1429807"/>
          </a:xfrm>
          <a:prstGeom prst="rect">
            <a:avLst/>
          </a:prstGeom>
        </p:spPr>
      </p:pic>
      <p:sp>
        <p:nvSpPr>
          <p:cNvPr id="22" name="Freeform 8">
            <a:extLst>
              <a:ext uri="{FF2B5EF4-FFF2-40B4-BE49-F238E27FC236}">
                <a16:creationId xmlns:a16="http://schemas.microsoft.com/office/drawing/2014/main" id="{5F3C342A-1497-0FD1-41AE-017C998BA887}"/>
              </a:ext>
            </a:extLst>
          </p:cNvPr>
          <p:cNvSpPr/>
          <p:nvPr/>
        </p:nvSpPr>
        <p:spPr>
          <a:xfrm>
            <a:off x="3810000" y="4048085"/>
            <a:ext cx="13792200" cy="1429807"/>
          </a:xfrm>
          <a:custGeom>
            <a:avLst/>
            <a:gdLst/>
            <a:ahLst/>
            <a:cxnLst/>
            <a:rect l="l" t="t" r="r" b="b"/>
            <a:pathLst>
              <a:path w="1332289" h="959633">
                <a:moveTo>
                  <a:pt x="32140" y="0"/>
                </a:moveTo>
                <a:lnTo>
                  <a:pt x="1300149" y="0"/>
                </a:lnTo>
                <a:cubicBezTo>
                  <a:pt x="1308673" y="0"/>
                  <a:pt x="1316848" y="3386"/>
                  <a:pt x="1322875" y="9414"/>
                </a:cubicBezTo>
                <a:cubicBezTo>
                  <a:pt x="1328903" y="15441"/>
                  <a:pt x="1332289" y="23616"/>
                  <a:pt x="1332289" y="32140"/>
                </a:cubicBezTo>
                <a:lnTo>
                  <a:pt x="1332289" y="927493"/>
                </a:lnTo>
                <a:cubicBezTo>
                  <a:pt x="1332289" y="936017"/>
                  <a:pt x="1328903" y="944192"/>
                  <a:pt x="1322875" y="950219"/>
                </a:cubicBezTo>
                <a:cubicBezTo>
                  <a:pt x="1316848" y="956247"/>
                  <a:pt x="1308673" y="959633"/>
                  <a:pt x="1300149" y="959633"/>
                </a:cubicBezTo>
                <a:lnTo>
                  <a:pt x="32140" y="959633"/>
                </a:lnTo>
                <a:cubicBezTo>
                  <a:pt x="23616" y="959633"/>
                  <a:pt x="15441" y="956247"/>
                  <a:pt x="9414" y="950219"/>
                </a:cubicBezTo>
                <a:cubicBezTo>
                  <a:pt x="3386" y="944192"/>
                  <a:pt x="0" y="936017"/>
                  <a:pt x="0" y="927493"/>
                </a:cubicBezTo>
                <a:lnTo>
                  <a:pt x="0" y="32140"/>
                </a:lnTo>
                <a:cubicBezTo>
                  <a:pt x="0" y="23616"/>
                  <a:pt x="3386" y="15441"/>
                  <a:pt x="9414" y="9414"/>
                </a:cubicBezTo>
                <a:cubicBezTo>
                  <a:pt x="15441" y="3386"/>
                  <a:pt x="23616" y="0"/>
                  <a:pt x="32140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r>
              <a:rPr lang="en-US" altLang="ko-KR" sz="3200" b="1"/>
              <a:t>3. SoftMax </a:t>
            </a:r>
            <a:r>
              <a:rPr lang="ko-KR" altLang="en-US" sz="3200" b="1"/>
              <a:t>적용과 가중치 계산</a:t>
            </a:r>
            <a:endParaRPr lang="en-US" altLang="ko-KR" sz="32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/>
              <a:t>Attention score</a:t>
            </a:r>
            <a:r>
              <a:rPr lang="ko-KR" altLang="en-US" sz="2800"/>
              <a:t>에 </a:t>
            </a:r>
            <a:r>
              <a:rPr lang="en-US" altLang="ko-KR" sz="2800"/>
              <a:t>SoftMax</a:t>
            </a:r>
            <a:r>
              <a:rPr lang="ko-KR" altLang="en-US" sz="2800"/>
              <a:t>함수를 적용하여 가중치를 구한다</a:t>
            </a:r>
            <a:r>
              <a:rPr lang="en-US" altLang="ko-KR" sz="280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/>
              <a:t>가중치와 </a:t>
            </a:r>
            <a:r>
              <a:rPr lang="en-US" altLang="ko-KR" sz="2800"/>
              <a:t>Value</a:t>
            </a:r>
            <a:r>
              <a:rPr lang="ko-KR" altLang="en-US" sz="2800"/>
              <a:t>값을 통해 벡터 계산</a:t>
            </a:r>
            <a:r>
              <a:rPr lang="en-US" altLang="ko-KR" sz="2800"/>
              <a:t>(</a:t>
            </a:r>
            <a:r>
              <a:rPr lang="ko-KR" altLang="en-US" sz="2800"/>
              <a:t>정규화</a:t>
            </a:r>
            <a:r>
              <a:rPr lang="en-US" altLang="ko-KR" sz="2800"/>
              <a:t>)</a:t>
            </a:r>
            <a:r>
              <a:rPr lang="ko-KR" altLang="en-US" sz="2800"/>
              <a:t>을 진행한다</a:t>
            </a:r>
            <a:r>
              <a:rPr lang="en-US" altLang="ko-KR" sz="2800"/>
              <a:t>. </a:t>
            </a:r>
          </a:p>
          <a:p>
            <a:endParaRPr lang="ko-KR" altLang="en-US" sz="24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E86BD1E-9806-E89C-D64B-0FAD1F15DB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510"/>
          <a:stretch>
            <a:fillRect/>
          </a:stretch>
        </p:blipFill>
        <p:spPr>
          <a:xfrm>
            <a:off x="13639800" y="5143500"/>
            <a:ext cx="3810000" cy="399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764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D5509-FEEE-A72C-BA76-4F2B67D10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>
            <a:extLst>
              <a:ext uri="{FF2B5EF4-FFF2-40B4-BE49-F238E27FC236}">
                <a16:creationId xmlns:a16="http://schemas.microsoft.com/office/drawing/2014/main" id="{B855F2E9-B226-6F2D-C2D6-A29F1F0FB586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C70DD874-1FEC-6FF8-A5E0-16699FC6F07C}"/>
              </a:ext>
            </a:extLst>
          </p:cNvPr>
          <p:cNvSpPr txBox="1"/>
          <p:nvPr/>
        </p:nvSpPr>
        <p:spPr>
          <a:xfrm>
            <a:off x="76200" y="896534"/>
            <a:ext cx="7924799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본문 </a:t>
            </a:r>
            <a:endParaRPr lang="en-US" altLang="ko-KR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76C7156-B3B4-0E5F-B20C-D90315CEC5E3}"/>
              </a:ext>
            </a:extLst>
          </p:cNvPr>
          <p:cNvSpPr txBox="1"/>
          <p:nvPr/>
        </p:nvSpPr>
        <p:spPr>
          <a:xfrm>
            <a:off x="304800" y="1992612"/>
            <a:ext cx="495300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latin typeface="윤고딕" panose="020B0600000101010101" charset="-127"/>
                <a:ea typeface="윤고딕" panose="020B0600000101010101" charset="-127"/>
              </a:rPr>
              <a:t>Multi-Head Attention</a:t>
            </a:r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0079AAD7-7EAA-B066-8236-E32583F9B082}"/>
              </a:ext>
            </a:extLst>
          </p:cNvPr>
          <p:cNvGrpSpPr/>
          <p:nvPr/>
        </p:nvGrpSpPr>
        <p:grpSpPr>
          <a:xfrm>
            <a:off x="1" y="10008764"/>
            <a:ext cx="18287999" cy="297854"/>
            <a:chOff x="0" y="0"/>
            <a:chExt cx="4969807" cy="31608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C1ADAC1-4311-0A01-504D-A776E1FE2FA4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148AA568-B60D-83AA-2D33-1BD77ECF47C1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Freeform 8">
                <a:extLst>
                  <a:ext uri="{FF2B5EF4-FFF2-40B4-BE49-F238E27FC236}">
                    <a16:creationId xmlns:a16="http://schemas.microsoft.com/office/drawing/2014/main" id="{3E404039-C14C-9137-7946-5FDB12ED1D75}"/>
                  </a:ext>
                </a:extLst>
              </p:cNvPr>
              <p:cNvSpPr/>
              <p:nvPr/>
            </p:nvSpPr>
            <p:spPr>
              <a:xfrm>
                <a:off x="6875192" y="2010845"/>
                <a:ext cx="11152832" cy="5046868"/>
              </a:xfrm>
              <a:custGeom>
                <a:avLst/>
                <a:gdLst/>
                <a:ahLst/>
                <a:cxnLst/>
                <a:rect l="l" t="t" r="r" b="b"/>
                <a:pathLst>
                  <a:path w="1332289" h="959633">
                    <a:moveTo>
                      <a:pt x="32140" y="0"/>
                    </a:moveTo>
                    <a:lnTo>
                      <a:pt x="1300149" y="0"/>
                    </a:lnTo>
                    <a:cubicBezTo>
                      <a:pt x="1308673" y="0"/>
                      <a:pt x="1316848" y="3386"/>
                      <a:pt x="1322875" y="9414"/>
                    </a:cubicBezTo>
                    <a:cubicBezTo>
                      <a:pt x="1328903" y="15441"/>
                      <a:pt x="1332289" y="23616"/>
                      <a:pt x="1332289" y="32140"/>
                    </a:cubicBezTo>
                    <a:lnTo>
                      <a:pt x="1332289" y="927493"/>
                    </a:lnTo>
                    <a:cubicBezTo>
                      <a:pt x="1332289" y="936017"/>
                      <a:pt x="1328903" y="944192"/>
                      <a:pt x="1322875" y="950219"/>
                    </a:cubicBezTo>
                    <a:cubicBezTo>
                      <a:pt x="1316848" y="956247"/>
                      <a:pt x="1308673" y="959633"/>
                      <a:pt x="1300149" y="959633"/>
                    </a:cubicBezTo>
                    <a:lnTo>
                      <a:pt x="32140" y="959633"/>
                    </a:lnTo>
                    <a:cubicBezTo>
                      <a:pt x="23616" y="959633"/>
                      <a:pt x="15441" y="956247"/>
                      <a:pt x="9414" y="950219"/>
                    </a:cubicBezTo>
                    <a:cubicBezTo>
                      <a:pt x="3386" y="944192"/>
                      <a:pt x="0" y="936017"/>
                      <a:pt x="0" y="927493"/>
                    </a:cubicBezTo>
                    <a:lnTo>
                      <a:pt x="0" y="32140"/>
                    </a:lnTo>
                    <a:cubicBezTo>
                      <a:pt x="0" y="23616"/>
                      <a:pt x="3386" y="15441"/>
                      <a:pt x="9414" y="9414"/>
                    </a:cubicBezTo>
                    <a:cubicBezTo>
                      <a:pt x="15441" y="3386"/>
                      <a:pt x="23616" y="0"/>
                      <a:pt x="32140" y="0"/>
                    </a:cubicBezTo>
                    <a:close/>
                  </a:path>
                </a:pathLst>
              </a:custGeom>
              <a:solidFill>
                <a:srgbClr val="F0F0F0"/>
              </a:solidFill>
            </p:spPr>
            <p:txBody>
              <a:bodyPr/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ko-KR" sz="2800" b="1"/>
                  <a:t>Scaled Dot-Product Attention </a:t>
                </a:r>
                <a:r>
                  <a:rPr lang="ko-KR" altLang="en-US" sz="2800" b="1"/>
                  <a:t>즉 </a:t>
                </a:r>
                <a:r>
                  <a:rPr lang="en-US" altLang="ko-KR" sz="2800" b="1"/>
                  <a:t>Self-Attention</a:t>
                </a:r>
                <a:r>
                  <a:rPr lang="ko-KR" altLang="en-US" sz="2800" b="1"/>
                  <a:t>을 여러 번 병렬로 수행하는 것</a:t>
                </a:r>
                <a:endParaRPr lang="en-US" altLang="ko-KR" sz="2800" b="1"/>
              </a:p>
              <a:p>
                <a:endParaRPr lang="en-US" altLang="ko-KR" sz="2800" b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ko-KR" sz="2800" b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ko-KR" sz="2800" b="1"/>
                  <a:t> </a:t>
                </a:r>
                <a:r>
                  <a:rPr lang="ko-KR" altLang="en-US" sz="2800" b="1"/>
                  <a:t>서로 다른 </a:t>
                </a:r>
                <a:r>
                  <a:rPr lang="en-US" altLang="ko-KR" sz="2800" b="1"/>
                  <a:t>Head</a:t>
                </a:r>
                <a:r>
                  <a:rPr lang="ko-KR" altLang="en-US" sz="2800" b="1"/>
                  <a:t>를 독립적으로 수행하고  </a:t>
                </a:r>
                <a:r>
                  <a:rPr lang="en-US" altLang="ko-KR" sz="2800" b="1"/>
                  <a:t>Representation subspace</a:t>
                </a:r>
                <a:r>
                  <a:rPr lang="ko-KR" altLang="en-US" sz="2800" b="1"/>
                  <a:t>를 학습해 출력에 사용</a:t>
                </a:r>
                <a:endParaRPr lang="en-US" altLang="ko-KR" sz="2800" b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ko-KR" sz="2800" b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ko-KR" sz="2800" b="1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ko-KR" altLang="en-US" sz="2800" b="1"/>
                  <a:t>인코더에서는 모든 위치를 참조하며 </a:t>
                </a:r>
                <a:r>
                  <a:rPr lang="en-US" altLang="ko-KR" sz="2800" b="1"/>
                  <a:t>Attention</a:t>
                </a:r>
                <a:r>
                  <a:rPr lang="ko-KR" altLang="en-US" sz="2800" b="1"/>
                  <a:t>을 진행</a:t>
                </a:r>
                <a:r>
                  <a:rPr lang="en-US" altLang="ko-KR" sz="2800" b="1"/>
                  <a:t>.</a:t>
                </a:r>
                <a:r>
                  <a:rPr lang="ko-KR" altLang="en-US" sz="2800" b="1"/>
                  <a:t> 디코더는 입력에 </a:t>
                </a:r>
                <a:r>
                  <a:rPr lang="en-US" altLang="ko-KR" sz="2800" b="1"/>
                  <a:t>SoftMax</a:t>
                </a:r>
                <a:r>
                  <a:rPr lang="ko-KR" altLang="en-US" sz="2800" b="1"/>
                  <a:t>함수를 통한 대응값 </a:t>
                </a:r>
                <a:r>
                  <a:rPr lang="en-US" altLang="ko-KR" sz="2800" b="1"/>
                  <a:t>-</a:t>
                </a:r>
                <a14:m>
                  <m:oMath xmlns:m="http://schemas.openxmlformats.org/officeDocument/2006/math">
                    <m:r>
                      <a:rPr lang="en-US" altLang="ko-K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ko-KR" sz="2800" b="1"/>
                  <a:t> </a:t>
                </a:r>
                <a:r>
                  <a:rPr lang="ko-KR" altLang="en-US" sz="2800" b="1"/>
                  <a:t>마스킹을 통해 차단함</a:t>
                </a:r>
                <a:endParaRPr lang="en-US" altLang="ko-KR" sz="2800" b="1"/>
              </a:p>
              <a:p>
                <a:r>
                  <a:rPr lang="ko-KR" altLang="en-US" sz="2800" b="1"/>
                  <a:t>     </a:t>
                </a:r>
                <a:endParaRPr lang="en-US" altLang="ko-KR" sz="2800" b="1"/>
              </a:p>
              <a:p>
                <a:endParaRPr lang="en-US" altLang="ko-KR" sz="2800"/>
              </a:p>
              <a:p>
                <a:endParaRPr lang="en-US" altLang="ko-KR" sz="2800"/>
              </a:p>
              <a:p>
                <a:endParaRPr lang="en-US" altLang="ko-KR" sz="2400"/>
              </a:p>
            </p:txBody>
          </p:sp>
        </mc:Choice>
        <mc:Fallback xmlns="">
          <p:sp>
            <p:nvSpPr>
              <p:cNvPr id="13" name="Freeform 8">
                <a:extLst>
                  <a:ext uri="{FF2B5EF4-FFF2-40B4-BE49-F238E27FC236}">
                    <a16:creationId xmlns:a16="http://schemas.microsoft.com/office/drawing/2014/main" id="{3E404039-C14C-9137-7946-5FDB12ED1D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192" y="2010845"/>
                <a:ext cx="11152832" cy="5046868"/>
              </a:xfrm>
              <a:custGeom>
                <a:avLst/>
                <a:gdLst/>
                <a:ahLst/>
                <a:cxnLst/>
                <a:rect l="l" t="t" r="r" b="b"/>
                <a:pathLst>
                  <a:path w="1332289" h="959633">
                    <a:moveTo>
                      <a:pt x="32140" y="0"/>
                    </a:moveTo>
                    <a:lnTo>
                      <a:pt x="1300149" y="0"/>
                    </a:lnTo>
                    <a:cubicBezTo>
                      <a:pt x="1308673" y="0"/>
                      <a:pt x="1316848" y="3386"/>
                      <a:pt x="1322875" y="9414"/>
                    </a:cubicBezTo>
                    <a:cubicBezTo>
                      <a:pt x="1328903" y="15441"/>
                      <a:pt x="1332289" y="23616"/>
                      <a:pt x="1332289" y="32140"/>
                    </a:cubicBezTo>
                    <a:lnTo>
                      <a:pt x="1332289" y="927493"/>
                    </a:lnTo>
                    <a:cubicBezTo>
                      <a:pt x="1332289" y="936017"/>
                      <a:pt x="1328903" y="944192"/>
                      <a:pt x="1322875" y="950219"/>
                    </a:cubicBezTo>
                    <a:cubicBezTo>
                      <a:pt x="1316848" y="956247"/>
                      <a:pt x="1308673" y="959633"/>
                      <a:pt x="1300149" y="959633"/>
                    </a:cubicBezTo>
                    <a:lnTo>
                      <a:pt x="32140" y="959633"/>
                    </a:lnTo>
                    <a:cubicBezTo>
                      <a:pt x="23616" y="959633"/>
                      <a:pt x="15441" y="956247"/>
                      <a:pt x="9414" y="950219"/>
                    </a:cubicBezTo>
                    <a:cubicBezTo>
                      <a:pt x="3386" y="944192"/>
                      <a:pt x="0" y="936017"/>
                      <a:pt x="0" y="927493"/>
                    </a:cubicBezTo>
                    <a:lnTo>
                      <a:pt x="0" y="32140"/>
                    </a:lnTo>
                    <a:cubicBezTo>
                      <a:pt x="0" y="23616"/>
                      <a:pt x="3386" y="15441"/>
                      <a:pt x="9414" y="9414"/>
                    </a:cubicBezTo>
                    <a:cubicBezTo>
                      <a:pt x="15441" y="3386"/>
                      <a:pt x="23616" y="0"/>
                      <a:pt x="3214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984" t="-15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12CCE345-3238-95FB-A878-BB0C3B34E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7713868"/>
            <a:ext cx="10265149" cy="194731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9462E08-C898-FB1A-221F-E73A0F1B3D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900" r="2975" b="2118"/>
          <a:stretch>
            <a:fillRect/>
          </a:stretch>
        </p:blipFill>
        <p:spPr>
          <a:xfrm>
            <a:off x="228600" y="3022362"/>
            <a:ext cx="6553200" cy="403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547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F780C-0899-0F4C-C9C9-BDC8F2E50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>
            <a:extLst>
              <a:ext uri="{FF2B5EF4-FFF2-40B4-BE49-F238E27FC236}">
                <a16:creationId xmlns:a16="http://schemas.microsoft.com/office/drawing/2014/main" id="{44E99DEC-233E-76FE-2755-D0C888A25964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6411AC07-3D67-FF7D-F8C5-F0BEED467463}"/>
              </a:ext>
            </a:extLst>
          </p:cNvPr>
          <p:cNvSpPr txBox="1"/>
          <p:nvPr/>
        </p:nvSpPr>
        <p:spPr>
          <a:xfrm>
            <a:off x="76200" y="896534"/>
            <a:ext cx="7924799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2.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본문 </a:t>
            </a:r>
            <a:endParaRPr lang="en-US" altLang="ko-KR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8878C6D-C842-AE00-B7A1-6D8495964AA0}"/>
              </a:ext>
            </a:extLst>
          </p:cNvPr>
          <p:cNvSpPr txBox="1"/>
          <p:nvPr/>
        </p:nvSpPr>
        <p:spPr>
          <a:xfrm>
            <a:off x="304800" y="1992612"/>
            <a:ext cx="7924798" cy="10772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latin typeface="윤고딕" panose="020B0600000101010101" charset="-127"/>
                <a:ea typeface="윤고딕" panose="020B0600000101010101" charset="-127"/>
              </a:rPr>
              <a:t>Position-wise </a:t>
            </a:r>
          </a:p>
          <a:p>
            <a:r>
              <a:rPr lang="en-US" sz="3200" b="1">
                <a:latin typeface="윤고딕" panose="020B0600000101010101" charset="-127"/>
                <a:ea typeface="윤고딕" panose="020B0600000101010101" charset="-127"/>
              </a:rPr>
              <a:t>Feed-Forward Networks</a:t>
            </a:r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669311CA-1C41-EACC-379F-D7148B89B493}"/>
              </a:ext>
            </a:extLst>
          </p:cNvPr>
          <p:cNvGrpSpPr/>
          <p:nvPr/>
        </p:nvGrpSpPr>
        <p:grpSpPr>
          <a:xfrm>
            <a:off x="1" y="10008764"/>
            <a:ext cx="18287999" cy="297854"/>
            <a:chOff x="0" y="0"/>
            <a:chExt cx="4969807" cy="31608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99149158-6739-DB17-3C6F-C0D21A7E6491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78168319-D933-22FE-A239-8501F021B6A0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8">
            <a:extLst>
              <a:ext uri="{FF2B5EF4-FFF2-40B4-BE49-F238E27FC236}">
                <a16:creationId xmlns:a16="http://schemas.microsoft.com/office/drawing/2014/main" id="{A11C830B-2E81-7520-8D3E-8599467D9FE1}"/>
              </a:ext>
            </a:extLst>
          </p:cNvPr>
          <p:cNvSpPr/>
          <p:nvPr/>
        </p:nvSpPr>
        <p:spPr>
          <a:xfrm>
            <a:off x="6866227" y="1995061"/>
            <a:ext cx="11152832" cy="4901039"/>
          </a:xfrm>
          <a:custGeom>
            <a:avLst/>
            <a:gdLst/>
            <a:ahLst/>
            <a:cxnLst/>
            <a:rect l="l" t="t" r="r" b="b"/>
            <a:pathLst>
              <a:path w="1332289" h="959633">
                <a:moveTo>
                  <a:pt x="32140" y="0"/>
                </a:moveTo>
                <a:lnTo>
                  <a:pt x="1300149" y="0"/>
                </a:lnTo>
                <a:cubicBezTo>
                  <a:pt x="1308673" y="0"/>
                  <a:pt x="1316848" y="3386"/>
                  <a:pt x="1322875" y="9414"/>
                </a:cubicBezTo>
                <a:cubicBezTo>
                  <a:pt x="1328903" y="15441"/>
                  <a:pt x="1332289" y="23616"/>
                  <a:pt x="1332289" y="32140"/>
                </a:cubicBezTo>
                <a:lnTo>
                  <a:pt x="1332289" y="927493"/>
                </a:lnTo>
                <a:cubicBezTo>
                  <a:pt x="1332289" y="936017"/>
                  <a:pt x="1328903" y="944192"/>
                  <a:pt x="1322875" y="950219"/>
                </a:cubicBezTo>
                <a:cubicBezTo>
                  <a:pt x="1316848" y="956247"/>
                  <a:pt x="1308673" y="959633"/>
                  <a:pt x="1300149" y="959633"/>
                </a:cubicBezTo>
                <a:lnTo>
                  <a:pt x="32140" y="959633"/>
                </a:lnTo>
                <a:cubicBezTo>
                  <a:pt x="23616" y="959633"/>
                  <a:pt x="15441" y="956247"/>
                  <a:pt x="9414" y="950219"/>
                </a:cubicBezTo>
                <a:cubicBezTo>
                  <a:pt x="3386" y="944192"/>
                  <a:pt x="0" y="936017"/>
                  <a:pt x="0" y="927493"/>
                </a:cubicBezTo>
                <a:lnTo>
                  <a:pt x="0" y="32140"/>
                </a:lnTo>
                <a:cubicBezTo>
                  <a:pt x="0" y="23616"/>
                  <a:pt x="3386" y="15441"/>
                  <a:pt x="9414" y="9414"/>
                </a:cubicBezTo>
                <a:cubicBezTo>
                  <a:pt x="15441" y="3386"/>
                  <a:pt x="23616" y="0"/>
                  <a:pt x="32140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b="1"/>
              <a:t>완전 연결 신경망으로 </a:t>
            </a:r>
            <a:r>
              <a:rPr lang="en-US" altLang="ko-KR" sz="2800" b="1"/>
              <a:t>2</a:t>
            </a:r>
            <a:r>
              <a:rPr lang="ko-KR" altLang="en-US" sz="2800" b="1"/>
              <a:t>개의 선형변환을 사용한다</a:t>
            </a:r>
            <a:r>
              <a:rPr lang="en-US" altLang="ko-KR" sz="2800" b="1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800" b="1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b="1"/>
              <a:t>복잡한 패턴과 특징 추출을 위해 비선형 활성화 함수 </a:t>
            </a:r>
            <a:r>
              <a:rPr lang="en-US" altLang="ko-KR" sz="2800" b="1"/>
              <a:t>ReLu</a:t>
            </a:r>
            <a:r>
              <a:rPr lang="ko-KR" altLang="en-US" sz="2800" b="1"/>
              <a:t>를 사용한다</a:t>
            </a:r>
            <a:r>
              <a:rPr lang="en-US" altLang="ko-KR" sz="2800" b="1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800" b="1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b="1"/>
              <a:t>W, b </a:t>
            </a:r>
            <a:r>
              <a:rPr lang="ko-KR" altLang="en-US" sz="2800" b="1"/>
              <a:t>의 파라미터를 조정하며 </a:t>
            </a:r>
            <a:r>
              <a:rPr lang="en-US" altLang="ko-KR" sz="2800" b="1"/>
              <a:t>ReLu</a:t>
            </a:r>
            <a:r>
              <a:rPr lang="ko-KR" altLang="en-US" sz="2800" b="1"/>
              <a:t>활성화 함수를 적용해 계산한다</a:t>
            </a:r>
            <a:r>
              <a:rPr lang="en-US" altLang="ko-KR" sz="2800" b="1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800" b="1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800" b="1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b="1"/>
              <a:t>Self-Attention </a:t>
            </a:r>
            <a:r>
              <a:rPr lang="ko-KR" altLang="en-US" sz="2800" b="1"/>
              <a:t>이후에 </a:t>
            </a:r>
            <a:r>
              <a:rPr lang="en-US" altLang="ko-KR" sz="2800" b="1"/>
              <a:t>FFN</a:t>
            </a:r>
            <a:r>
              <a:rPr lang="ko-KR" altLang="en-US" sz="2800" b="1"/>
              <a:t>이 진행된다</a:t>
            </a:r>
            <a:r>
              <a:rPr lang="en-US" altLang="ko-KR" sz="2800" b="1"/>
              <a:t>.</a:t>
            </a:r>
            <a:r>
              <a:rPr lang="ko-KR" altLang="en-US" sz="2800" b="1"/>
              <a:t>  </a:t>
            </a:r>
            <a:endParaRPr lang="en-US" altLang="ko-KR" sz="2800" b="1"/>
          </a:p>
          <a:p>
            <a:endParaRPr lang="en-US" altLang="ko-KR" sz="2800"/>
          </a:p>
          <a:p>
            <a:endParaRPr lang="en-US" altLang="ko-KR" sz="2800"/>
          </a:p>
          <a:p>
            <a:endParaRPr lang="en-US" altLang="ko-KR" sz="24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52E752-8AD3-B253-4ABF-036CF8C6E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89" y="3518618"/>
            <a:ext cx="5562600" cy="56065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09491F0-F86F-247A-F077-05D7141FF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227" y="7828615"/>
            <a:ext cx="7606228" cy="9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730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05AA6-3D38-A05D-0443-5FAB76924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>
            <a:extLst>
              <a:ext uri="{FF2B5EF4-FFF2-40B4-BE49-F238E27FC236}">
                <a16:creationId xmlns:a16="http://schemas.microsoft.com/office/drawing/2014/main" id="{6CCEDF1D-CEDE-6053-B0F2-A86B9177F273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07033857-1651-8E9C-C3B4-19068988D829}"/>
              </a:ext>
            </a:extLst>
          </p:cNvPr>
          <p:cNvSpPr txBox="1"/>
          <p:nvPr/>
        </p:nvSpPr>
        <p:spPr>
          <a:xfrm>
            <a:off x="76200" y="896534"/>
            <a:ext cx="7924799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모델 비교</a:t>
            </a:r>
            <a:endParaRPr lang="en-US" altLang="ko-KR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64EA874-9173-DDE0-572E-AB9A6FF7BEEC}"/>
              </a:ext>
            </a:extLst>
          </p:cNvPr>
          <p:cNvSpPr txBox="1"/>
          <p:nvPr/>
        </p:nvSpPr>
        <p:spPr>
          <a:xfrm>
            <a:off x="304800" y="1992612"/>
            <a:ext cx="7924798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latin typeface="윤고딕" panose="020B0600000101010101" charset="-127"/>
                <a:ea typeface="윤고딕" panose="020B0600000101010101" charset="-127"/>
              </a:rPr>
              <a:t>Transformer</a:t>
            </a:r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B8260551-99E5-BCF9-59FF-FC449D910B2E}"/>
              </a:ext>
            </a:extLst>
          </p:cNvPr>
          <p:cNvGrpSpPr/>
          <p:nvPr/>
        </p:nvGrpSpPr>
        <p:grpSpPr>
          <a:xfrm>
            <a:off x="1" y="10008764"/>
            <a:ext cx="18287999" cy="297854"/>
            <a:chOff x="0" y="0"/>
            <a:chExt cx="4969807" cy="31608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3899DFB3-9C8E-0007-2B69-E1A272FFF0FF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FD161C3A-36B8-F1DC-F4DF-ABAA72400F1F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780E9187-E3CA-732B-A114-38E54A1C0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673049"/>
            <a:ext cx="11194279" cy="2442708"/>
          </a:xfrm>
          <a:prstGeom prst="rect">
            <a:avLst/>
          </a:prstGeom>
        </p:spPr>
      </p:pic>
      <p:sp>
        <p:nvSpPr>
          <p:cNvPr id="7" name="Freeform 8">
            <a:extLst>
              <a:ext uri="{FF2B5EF4-FFF2-40B4-BE49-F238E27FC236}">
                <a16:creationId xmlns:a16="http://schemas.microsoft.com/office/drawing/2014/main" id="{C9669E84-AE39-9E71-380D-02A36DBDAA90}"/>
              </a:ext>
            </a:extLst>
          </p:cNvPr>
          <p:cNvSpPr/>
          <p:nvPr/>
        </p:nvSpPr>
        <p:spPr>
          <a:xfrm>
            <a:off x="318246" y="5288583"/>
            <a:ext cx="16445753" cy="4169742"/>
          </a:xfrm>
          <a:custGeom>
            <a:avLst/>
            <a:gdLst/>
            <a:ahLst/>
            <a:cxnLst/>
            <a:rect l="l" t="t" r="r" b="b"/>
            <a:pathLst>
              <a:path w="1332289" h="959633">
                <a:moveTo>
                  <a:pt x="32140" y="0"/>
                </a:moveTo>
                <a:lnTo>
                  <a:pt x="1300149" y="0"/>
                </a:lnTo>
                <a:cubicBezTo>
                  <a:pt x="1308673" y="0"/>
                  <a:pt x="1316848" y="3386"/>
                  <a:pt x="1322875" y="9414"/>
                </a:cubicBezTo>
                <a:cubicBezTo>
                  <a:pt x="1328903" y="15441"/>
                  <a:pt x="1332289" y="23616"/>
                  <a:pt x="1332289" y="32140"/>
                </a:cubicBezTo>
                <a:lnTo>
                  <a:pt x="1332289" y="927493"/>
                </a:lnTo>
                <a:cubicBezTo>
                  <a:pt x="1332289" y="936017"/>
                  <a:pt x="1328903" y="944192"/>
                  <a:pt x="1322875" y="950219"/>
                </a:cubicBezTo>
                <a:cubicBezTo>
                  <a:pt x="1316848" y="956247"/>
                  <a:pt x="1308673" y="959633"/>
                  <a:pt x="1300149" y="959633"/>
                </a:cubicBezTo>
                <a:lnTo>
                  <a:pt x="32140" y="959633"/>
                </a:lnTo>
                <a:cubicBezTo>
                  <a:pt x="23616" y="959633"/>
                  <a:pt x="15441" y="956247"/>
                  <a:pt x="9414" y="950219"/>
                </a:cubicBezTo>
                <a:cubicBezTo>
                  <a:pt x="3386" y="944192"/>
                  <a:pt x="0" y="936017"/>
                  <a:pt x="0" y="927493"/>
                </a:cubicBezTo>
                <a:lnTo>
                  <a:pt x="0" y="32140"/>
                </a:lnTo>
                <a:cubicBezTo>
                  <a:pt x="0" y="23616"/>
                  <a:pt x="3386" y="15441"/>
                  <a:pt x="9414" y="9414"/>
                </a:cubicBezTo>
                <a:cubicBezTo>
                  <a:pt x="15441" y="3386"/>
                  <a:pt x="23616" y="0"/>
                  <a:pt x="32140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endParaRPr lang="en-US" altLang="ko-KR" sz="2800"/>
          </a:p>
          <a:p>
            <a:endParaRPr lang="ko-KR" alt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D5FA02B-CE08-8632-4077-049B4E0636CA}"/>
                  </a:ext>
                </a:extLst>
              </p:cNvPr>
              <p:cNvSpPr txBox="1"/>
              <p:nvPr/>
            </p:nvSpPr>
            <p:spPr>
              <a:xfrm>
                <a:off x="318247" y="5600700"/>
                <a:ext cx="16217154" cy="341632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400"/>
                  <a:t>Self-Attention(Transformer): </a:t>
                </a:r>
                <a:r>
                  <a:rPr lang="ko-KR" altLang="en-US" sz="2400"/>
                  <a:t>계산량은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2400"/>
                  <a:t>이고 차원에 따른 </a:t>
                </a:r>
                <a:r>
                  <a:rPr lang="en-US" altLang="ko-KR" sz="2400"/>
                  <a:t>d</a:t>
                </a:r>
                <a:r>
                  <a:rPr lang="ko-KR" altLang="en-US" sz="2400"/>
                  <a:t>배이다</a:t>
                </a:r>
                <a:r>
                  <a:rPr lang="en-US" altLang="ko-KR" sz="2400"/>
                  <a:t>. </a:t>
                </a:r>
                <a:r>
                  <a:rPr lang="ko-KR" altLang="en-US" sz="2400"/>
                  <a:t>계산량이 높지만 병렬 연산 가능하며 입출력 간</a:t>
                </a:r>
                <a:endParaRPr lang="en-US" altLang="ko-KR" sz="2400"/>
              </a:p>
              <a:p>
                <a:r>
                  <a:rPr lang="en-US" altLang="ko-KR" sz="2400"/>
                  <a:t>     </a:t>
                </a:r>
                <a:r>
                  <a:rPr lang="ko-KR" altLang="en-US" sz="2400"/>
                  <a:t>최대 경로를 한번에 처리 가능하다</a:t>
                </a:r>
                <a:r>
                  <a:rPr lang="en-US" altLang="ko-KR" sz="2400"/>
                  <a:t>.</a:t>
                </a:r>
              </a:p>
              <a:p>
                <a:endParaRPr lang="en-US" altLang="ko-KR" sz="240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400"/>
                  <a:t>Recurrent(RNN):</a:t>
                </a:r>
                <a:r>
                  <a:rPr lang="ko-KR" altLang="en-US" sz="2400"/>
                  <a:t> 각 토큰 순서대로 연산하며 병렬화와 최대 경로 길이가 </a:t>
                </a:r>
                <a:r>
                  <a:rPr lang="en-US" altLang="ko-KR" sz="2400"/>
                  <a:t>n</a:t>
                </a:r>
                <a:r>
                  <a:rPr lang="ko-KR" altLang="en-US" sz="2400"/>
                  <a:t>으로 비효율적이다</a:t>
                </a:r>
                <a:r>
                  <a:rPr lang="en-US" altLang="ko-KR" sz="240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40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400"/>
                  <a:t>Convolutional(CNN): </a:t>
                </a:r>
                <a:r>
                  <a:rPr lang="ko-KR" altLang="en-US" sz="2400"/>
                  <a:t>커널범위</a:t>
                </a:r>
                <a:r>
                  <a:rPr lang="en-US" altLang="ko-KR" sz="2400"/>
                  <a:t>k</a:t>
                </a:r>
                <a:r>
                  <a:rPr lang="ko-KR" altLang="en-US" sz="2400"/>
                  <a:t>와 시퀀스 길이에 따라 연산량이 결정되고 병렬연산이 가능하지만 최대경로 길이가 </a:t>
                </a:r>
                <a:r>
                  <a:rPr lang="en-US" altLang="ko-KR" sz="2400"/>
                  <a:t>log(n)</a:t>
                </a:r>
                <a:r>
                  <a:rPr lang="ko-KR" altLang="en-US" sz="2400"/>
                  <a:t>으로 늘어났다</a:t>
                </a:r>
                <a:r>
                  <a:rPr lang="en-US" altLang="ko-KR" sz="240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240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400"/>
                  <a:t>Restricted Self-Attention: </a:t>
                </a:r>
                <a:r>
                  <a:rPr lang="ko-KR" altLang="en-US" sz="2400"/>
                  <a:t>제한된 </a:t>
                </a:r>
                <a:r>
                  <a:rPr lang="en-US" altLang="ko-KR" sz="2400"/>
                  <a:t>Attention</a:t>
                </a:r>
                <a:r>
                  <a:rPr lang="ko-KR" altLang="en-US" sz="2400"/>
                  <a:t>으로 일부 토큰만 </a:t>
                </a:r>
                <a:r>
                  <a:rPr lang="en-US" altLang="ko-KR" sz="2400"/>
                  <a:t>Attention</a:t>
                </a:r>
                <a:r>
                  <a:rPr lang="ko-KR" altLang="en-US" sz="2400"/>
                  <a:t>하며 </a:t>
                </a:r>
                <a:r>
                  <a:rPr lang="en-US" altLang="ko-KR" sz="2400"/>
                  <a:t>r</a:t>
                </a:r>
                <a:r>
                  <a:rPr lang="ko-KR" altLang="en-US" sz="2400"/>
                  <a:t>에 따라 조절된다</a:t>
                </a:r>
                <a:r>
                  <a:rPr lang="en-US" altLang="ko-KR" sz="2400"/>
                  <a:t>.</a:t>
                </a:r>
                <a:endParaRPr lang="ko-KR" altLang="en-US" sz="240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D5FA02B-CE08-8632-4077-049B4E06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47" y="5600700"/>
                <a:ext cx="16217154" cy="3416320"/>
              </a:xfrm>
              <a:prstGeom prst="rect">
                <a:avLst/>
              </a:prstGeom>
              <a:blipFill>
                <a:blip r:embed="rId4"/>
                <a:stretch>
                  <a:fillRect l="-489" t="-1786" b="-3214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5564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7E3B7-810F-1148-E2F4-1E05E9DE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17F9A90C-41B2-0DC0-10E6-CA86E6AA0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6"/>
          <a:stretch>
            <a:fillRect/>
          </a:stretch>
        </p:blipFill>
        <p:spPr>
          <a:xfrm>
            <a:off x="745365" y="2534095"/>
            <a:ext cx="4724401" cy="6801487"/>
          </a:xfrm>
          <a:prstGeom prst="rect">
            <a:avLst/>
          </a:prstGeom>
        </p:spPr>
      </p:pic>
      <p:sp>
        <p:nvSpPr>
          <p:cNvPr id="14" name="AutoShape 14">
            <a:extLst>
              <a:ext uri="{FF2B5EF4-FFF2-40B4-BE49-F238E27FC236}">
                <a16:creationId xmlns:a16="http://schemas.microsoft.com/office/drawing/2014/main" id="{2A1AFDD6-E898-7C2C-5E59-0ADBD6BF9FFC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42F38D9A-BD88-282D-CB96-AF3E48DDAF77}"/>
              </a:ext>
            </a:extLst>
          </p:cNvPr>
          <p:cNvSpPr txBox="1"/>
          <p:nvPr/>
        </p:nvSpPr>
        <p:spPr>
          <a:xfrm>
            <a:off x="76200" y="896534"/>
            <a:ext cx="7924799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3.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모델 비교 </a:t>
            </a:r>
            <a:endParaRPr lang="en-US" altLang="ko-KR" sz="48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879DE9C-BA80-11FA-B03B-55157A7683C3}"/>
              </a:ext>
            </a:extLst>
          </p:cNvPr>
          <p:cNvSpPr txBox="1"/>
          <p:nvPr/>
        </p:nvSpPr>
        <p:spPr>
          <a:xfrm>
            <a:off x="634256" y="1966245"/>
            <a:ext cx="7924798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latin typeface="윤고딕" panose="020B0600000101010101" charset="-127"/>
                <a:ea typeface="윤고딕" panose="020B0600000101010101" charset="-127"/>
              </a:rPr>
              <a:t>GPT</a:t>
            </a:r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DB5E789D-E952-A981-327B-9A3DBC373038}"/>
              </a:ext>
            </a:extLst>
          </p:cNvPr>
          <p:cNvGrpSpPr/>
          <p:nvPr/>
        </p:nvGrpSpPr>
        <p:grpSpPr>
          <a:xfrm>
            <a:off x="1" y="10008764"/>
            <a:ext cx="18287999" cy="297854"/>
            <a:chOff x="0" y="0"/>
            <a:chExt cx="4969807" cy="31608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4A24CA03-C240-1C73-158C-7D4E7C83B637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4059000F-2BF2-B25F-8387-D2D5BB83562D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Object 6">
            <a:extLst>
              <a:ext uri="{FF2B5EF4-FFF2-40B4-BE49-F238E27FC236}">
                <a16:creationId xmlns:a16="http://schemas.microsoft.com/office/drawing/2014/main" id="{31E10DD5-4B77-2153-6710-40681875F94F}"/>
              </a:ext>
            </a:extLst>
          </p:cNvPr>
          <p:cNvSpPr txBox="1"/>
          <p:nvPr/>
        </p:nvSpPr>
        <p:spPr>
          <a:xfrm>
            <a:off x="9388502" y="1971482"/>
            <a:ext cx="7924798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latin typeface="윤고딕" panose="020B0600000101010101" charset="-127"/>
                <a:ea typeface="윤고딕" panose="020B0600000101010101" charset="-127"/>
              </a:rPr>
              <a:t>BERT</a:t>
            </a: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09F0B3C4-52FE-D1AC-D1F7-2195FFED1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1917" y="2556257"/>
            <a:ext cx="4724401" cy="6518684"/>
          </a:xfrm>
          <a:prstGeom prst="rect">
            <a:avLst/>
          </a:prstGeom>
        </p:spPr>
      </p:pic>
      <p:sp>
        <p:nvSpPr>
          <p:cNvPr id="2" name="Freeform 8">
            <a:extLst>
              <a:ext uri="{FF2B5EF4-FFF2-40B4-BE49-F238E27FC236}">
                <a16:creationId xmlns:a16="http://schemas.microsoft.com/office/drawing/2014/main" id="{FA916E4F-481B-9C6D-90BF-A571DA2B40E8}"/>
              </a:ext>
            </a:extLst>
          </p:cNvPr>
          <p:cNvSpPr/>
          <p:nvPr/>
        </p:nvSpPr>
        <p:spPr>
          <a:xfrm>
            <a:off x="5532730" y="3619500"/>
            <a:ext cx="3611270" cy="3657600"/>
          </a:xfrm>
          <a:custGeom>
            <a:avLst/>
            <a:gdLst/>
            <a:ahLst/>
            <a:cxnLst/>
            <a:rect l="l" t="t" r="r" b="b"/>
            <a:pathLst>
              <a:path w="1332289" h="959633">
                <a:moveTo>
                  <a:pt x="32140" y="0"/>
                </a:moveTo>
                <a:lnTo>
                  <a:pt x="1300149" y="0"/>
                </a:lnTo>
                <a:cubicBezTo>
                  <a:pt x="1308673" y="0"/>
                  <a:pt x="1316848" y="3386"/>
                  <a:pt x="1322875" y="9414"/>
                </a:cubicBezTo>
                <a:cubicBezTo>
                  <a:pt x="1328903" y="15441"/>
                  <a:pt x="1332289" y="23616"/>
                  <a:pt x="1332289" y="32140"/>
                </a:cubicBezTo>
                <a:lnTo>
                  <a:pt x="1332289" y="927493"/>
                </a:lnTo>
                <a:cubicBezTo>
                  <a:pt x="1332289" y="936017"/>
                  <a:pt x="1328903" y="944192"/>
                  <a:pt x="1322875" y="950219"/>
                </a:cubicBezTo>
                <a:cubicBezTo>
                  <a:pt x="1316848" y="956247"/>
                  <a:pt x="1308673" y="959633"/>
                  <a:pt x="1300149" y="959633"/>
                </a:cubicBezTo>
                <a:lnTo>
                  <a:pt x="32140" y="959633"/>
                </a:lnTo>
                <a:cubicBezTo>
                  <a:pt x="23616" y="959633"/>
                  <a:pt x="15441" y="956247"/>
                  <a:pt x="9414" y="950219"/>
                </a:cubicBezTo>
                <a:cubicBezTo>
                  <a:pt x="3386" y="944192"/>
                  <a:pt x="0" y="936017"/>
                  <a:pt x="0" y="927493"/>
                </a:cubicBezTo>
                <a:lnTo>
                  <a:pt x="0" y="32140"/>
                </a:lnTo>
                <a:cubicBezTo>
                  <a:pt x="0" y="23616"/>
                  <a:pt x="3386" y="15441"/>
                  <a:pt x="9414" y="9414"/>
                </a:cubicBezTo>
                <a:cubicBezTo>
                  <a:pt x="15441" y="3386"/>
                  <a:pt x="23616" y="0"/>
                  <a:pt x="32140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r>
              <a:rPr lang="ko-KR" altLang="en-US" sz="2800" b="1"/>
              <a:t>     </a:t>
            </a:r>
            <a:endParaRPr lang="en-US" altLang="ko-KR" sz="2800" b="1"/>
          </a:p>
          <a:p>
            <a:endParaRPr lang="en-US" altLang="ko-KR" sz="2800"/>
          </a:p>
          <a:p>
            <a:endParaRPr lang="en-US" altLang="ko-KR" sz="2800"/>
          </a:p>
          <a:p>
            <a:endParaRPr lang="en-US" altLang="ko-KR" sz="2400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758CF609-FE48-4AC3-A599-AE5BC7097846}"/>
              </a:ext>
            </a:extLst>
          </p:cNvPr>
          <p:cNvSpPr/>
          <p:nvPr/>
        </p:nvSpPr>
        <p:spPr>
          <a:xfrm>
            <a:off x="14020800" y="3619500"/>
            <a:ext cx="3521835" cy="3657600"/>
          </a:xfrm>
          <a:custGeom>
            <a:avLst/>
            <a:gdLst/>
            <a:ahLst/>
            <a:cxnLst/>
            <a:rect l="l" t="t" r="r" b="b"/>
            <a:pathLst>
              <a:path w="1332289" h="959633">
                <a:moveTo>
                  <a:pt x="32140" y="0"/>
                </a:moveTo>
                <a:lnTo>
                  <a:pt x="1300149" y="0"/>
                </a:lnTo>
                <a:cubicBezTo>
                  <a:pt x="1308673" y="0"/>
                  <a:pt x="1316848" y="3386"/>
                  <a:pt x="1322875" y="9414"/>
                </a:cubicBezTo>
                <a:cubicBezTo>
                  <a:pt x="1328903" y="15441"/>
                  <a:pt x="1332289" y="23616"/>
                  <a:pt x="1332289" y="32140"/>
                </a:cubicBezTo>
                <a:lnTo>
                  <a:pt x="1332289" y="927493"/>
                </a:lnTo>
                <a:cubicBezTo>
                  <a:pt x="1332289" y="936017"/>
                  <a:pt x="1328903" y="944192"/>
                  <a:pt x="1322875" y="950219"/>
                </a:cubicBezTo>
                <a:cubicBezTo>
                  <a:pt x="1316848" y="956247"/>
                  <a:pt x="1308673" y="959633"/>
                  <a:pt x="1300149" y="959633"/>
                </a:cubicBezTo>
                <a:lnTo>
                  <a:pt x="32140" y="959633"/>
                </a:lnTo>
                <a:cubicBezTo>
                  <a:pt x="23616" y="959633"/>
                  <a:pt x="15441" y="956247"/>
                  <a:pt x="9414" y="950219"/>
                </a:cubicBezTo>
                <a:cubicBezTo>
                  <a:pt x="3386" y="944192"/>
                  <a:pt x="0" y="936017"/>
                  <a:pt x="0" y="927493"/>
                </a:cubicBezTo>
                <a:lnTo>
                  <a:pt x="0" y="32140"/>
                </a:lnTo>
                <a:cubicBezTo>
                  <a:pt x="0" y="23616"/>
                  <a:pt x="3386" y="15441"/>
                  <a:pt x="9414" y="9414"/>
                </a:cubicBezTo>
                <a:cubicBezTo>
                  <a:pt x="15441" y="3386"/>
                  <a:pt x="23616" y="0"/>
                  <a:pt x="32140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r>
              <a:rPr lang="ko-KR" altLang="en-US" sz="2800" b="1"/>
              <a:t>     </a:t>
            </a:r>
            <a:endParaRPr lang="en-US" altLang="ko-KR" sz="2800" b="1"/>
          </a:p>
          <a:p>
            <a:endParaRPr lang="en-US" altLang="ko-KR" sz="2800"/>
          </a:p>
          <a:p>
            <a:endParaRPr lang="en-US" altLang="ko-KR" sz="2800"/>
          </a:p>
          <a:p>
            <a:endParaRPr lang="en-US" altLang="ko-KR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42E985-0538-331A-963A-78B2166A76D8}"/>
              </a:ext>
            </a:extLst>
          </p:cNvPr>
          <p:cNvSpPr txBox="1"/>
          <p:nvPr/>
        </p:nvSpPr>
        <p:spPr>
          <a:xfrm>
            <a:off x="5588285" y="3771900"/>
            <a:ext cx="3648078" cy="341632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>
                <a:latin typeface="+mn-ea"/>
              </a:rPr>
              <a:t>단방향 학습</a:t>
            </a:r>
            <a:endParaRPr lang="en-US" altLang="ko-KR" sz="2400" b="1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>
                <a:latin typeface="+mn-ea"/>
              </a:rPr>
              <a:t>토큰 생성 방식</a:t>
            </a:r>
            <a:endParaRPr lang="en-US" altLang="ko-KR" sz="2400" b="1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+mn-ea"/>
              </a:rPr>
              <a:t>Fine-Tuning</a:t>
            </a:r>
            <a:r>
              <a:rPr lang="ko-KR" altLang="en-US" sz="2400" b="1">
                <a:latin typeface="+mn-ea"/>
              </a:rPr>
              <a:t>과 </a:t>
            </a:r>
            <a:r>
              <a:rPr lang="en-US" altLang="ko-KR" sz="2400" b="1">
                <a:latin typeface="+mn-ea"/>
              </a:rPr>
              <a:t>Transfer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>
                <a:latin typeface="+mn-ea"/>
              </a:rPr>
              <a:t>디코더만 사용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B4F7D-C552-8672-6100-484A17B3BCF2}"/>
              </a:ext>
            </a:extLst>
          </p:cNvPr>
          <p:cNvSpPr txBox="1"/>
          <p:nvPr/>
        </p:nvSpPr>
        <p:spPr>
          <a:xfrm>
            <a:off x="14011836" y="3771900"/>
            <a:ext cx="3648078" cy="304698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>
                <a:latin typeface="+mn-ea"/>
              </a:rPr>
              <a:t>양방향 학습</a:t>
            </a:r>
            <a:endParaRPr lang="en-US" altLang="ko-KR" sz="2400" b="1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>
                <a:latin typeface="+mn-ea"/>
              </a:rPr>
              <a:t>마스킹된 언어 모델링</a:t>
            </a:r>
            <a:endParaRPr lang="en-US" altLang="ko-KR" sz="2400" b="1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>
                <a:latin typeface="+mn-ea"/>
              </a:rPr>
              <a:t>Pre-trainin</a:t>
            </a:r>
            <a:r>
              <a:rPr lang="ko-KR" altLang="en-US" sz="2400" b="1">
                <a:latin typeface="+mn-ea"/>
              </a:rPr>
              <a:t>과 </a:t>
            </a:r>
            <a:r>
              <a:rPr lang="en-US" altLang="ko-KR" sz="2400" b="1">
                <a:latin typeface="+mn-ea"/>
              </a:rPr>
              <a:t>Fine-training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>
                <a:latin typeface="+mn-ea"/>
              </a:rPr>
              <a:t>인코더만 사용</a:t>
            </a:r>
          </a:p>
        </p:txBody>
      </p:sp>
    </p:spTree>
    <p:extLst>
      <p:ext uri="{BB962C8B-B14F-4D97-AF65-F5344CB8AC3E}">
        <p14:creationId xmlns:p14="http://schemas.microsoft.com/office/powerpoint/2010/main" val="2854455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D2EE7-A89D-B7F8-E59C-812F93CE8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>
            <a:extLst>
              <a:ext uri="{FF2B5EF4-FFF2-40B4-BE49-F238E27FC236}">
                <a16:creationId xmlns:a16="http://schemas.microsoft.com/office/drawing/2014/main" id="{8E12756D-B154-4FB7-76A4-E7B8D4412D22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748F73AA-24F2-5015-4E34-C414358F7709}"/>
              </a:ext>
            </a:extLst>
          </p:cNvPr>
          <p:cNvSpPr txBox="1"/>
          <p:nvPr/>
        </p:nvSpPr>
        <p:spPr>
          <a:xfrm>
            <a:off x="76200" y="896534"/>
            <a:ext cx="7391400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4.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학습</a:t>
            </a:r>
            <a:endParaRPr lang="en-US" sz="40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37A2A4AC-9877-C5E7-CD77-0135115A3176}"/>
              </a:ext>
            </a:extLst>
          </p:cNvPr>
          <p:cNvGrpSpPr/>
          <p:nvPr/>
        </p:nvGrpSpPr>
        <p:grpSpPr>
          <a:xfrm>
            <a:off x="1" y="10008764"/>
            <a:ext cx="18287999" cy="297854"/>
            <a:chOff x="0" y="0"/>
            <a:chExt cx="4969807" cy="3160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A9784350-57AC-40B8-943F-DB7266ACD700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0DDACD62-8B57-C212-1CBB-5A7045EA54E1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Object 6">
            <a:extLst>
              <a:ext uri="{FF2B5EF4-FFF2-40B4-BE49-F238E27FC236}">
                <a16:creationId xmlns:a16="http://schemas.microsoft.com/office/drawing/2014/main" id="{A4F616F4-4E34-80A0-E9B6-7EA36031B3CE}"/>
              </a:ext>
            </a:extLst>
          </p:cNvPr>
          <p:cNvSpPr txBox="1"/>
          <p:nvPr/>
        </p:nvSpPr>
        <p:spPr>
          <a:xfrm>
            <a:off x="304800" y="2241440"/>
            <a:ext cx="7924798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latin typeface="윤고딕" panose="020B0600000101010101" charset="-127"/>
                <a:ea typeface="윤고딕" panose="020B0600000101010101" charset="-127"/>
              </a:rPr>
              <a:t>Training</a:t>
            </a:r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4350827A-172E-641A-6E81-BFC6B37527F5}"/>
              </a:ext>
            </a:extLst>
          </p:cNvPr>
          <p:cNvSpPr/>
          <p:nvPr/>
        </p:nvSpPr>
        <p:spPr>
          <a:xfrm>
            <a:off x="304800" y="3009900"/>
            <a:ext cx="16445753" cy="1186885"/>
          </a:xfrm>
          <a:custGeom>
            <a:avLst/>
            <a:gdLst/>
            <a:ahLst/>
            <a:cxnLst/>
            <a:rect l="l" t="t" r="r" b="b"/>
            <a:pathLst>
              <a:path w="1332289" h="959633">
                <a:moveTo>
                  <a:pt x="32140" y="0"/>
                </a:moveTo>
                <a:lnTo>
                  <a:pt x="1300149" y="0"/>
                </a:lnTo>
                <a:cubicBezTo>
                  <a:pt x="1308673" y="0"/>
                  <a:pt x="1316848" y="3386"/>
                  <a:pt x="1322875" y="9414"/>
                </a:cubicBezTo>
                <a:cubicBezTo>
                  <a:pt x="1328903" y="15441"/>
                  <a:pt x="1332289" y="23616"/>
                  <a:pt x="1332289" y="32140"/>
                </a:cubicBezTo>
                <a:lnTo>
                  <a:pt x="1332289" y="927493"/>
                </a:lnTo>
                <a:cubicBezTo>
                  <a:pt x="1332289" y="936017"/>
                  <a:pt x="1328903" y="944192"/>
                  <a:pt x="1322875" y="950219"/>
                </a:cubicBezTo>
                <a:cubicBezTo>
                  <a:pt x="1316848" y="956247"/>
                  <a:pt x="1308673" y="959633"/>
                  <a:pt x="1300149" y="959633"/>
                </a:cubicBezTo>
                <a:lnTo>
                  <a:pt x="32140" y="959633"/>
                </a:lnTo>
                <a:cubicBezTo>
                  <a:pt x="23616" y="959633"/>
                  <a:pt x="15441" y="956247"/>
                  <a:pt x="9414" y="950219"/>
                </a:cubicBezTo>
                <a:cubicBezTo>
                  <a:pt x="3386" y="944192"/>
                  <a:pt x="0" y="936017"/>
                  <a:pt x="0" y="927493"/>
                </a:cubicBezTo>
                <a:lnTo>
                  <a:pt x="0" y="32140"/>
                </a:lnTo>
                <a:cubicBezTo>
                  <a:pt x="0" y="23616"/>
                  <a:pt x="3386" y="15441"/>
                  <a:pt x="9414" y="9414"/>
                </a:cubicBezTo>
                <a:cubicBezTo>
                  <a:pt x="15441" y="3386"/>
                  <a:pt x="23616" y="0"/>
                  <a:pt x="32140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8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572289-212B-74CA-BA66-575A75A47D4D}"/>
              </a:ext>
            </a:extLst>
          </p:cNvPr>
          <p:cNvSpPr txBox="1"/>
          <p:nvPr/>
        </p:nvSpPr>
        <p:spPr>
          <a:xfrm>
            <a:off x="419099" y="3122806"/>
            <a:ext cx="16217154" cy="83099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/>
              <a:t>학습 시 </a:t>
            </a:r>
            <a:r>
              <a:rPr lang="en-US" altLang="ko-KR" sz="2400"/>
              <a:t>3600</a:t>
            </a:r>
            <a:r>
              <a:rPr lang="ko-KR" altLang="en-US" sz="2400"/>
              <a:t>만개의 문장 사용</a:t>
            </a:r>
            <a:endParaRPr lang="en-US" altLang="ko-KR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/>
              <a:t>토큰 </a:t>
            </a:r>
            <a:r>
              <a:rPr lang="en-US" altLang="ko-KR" sz="2400"/>
              <a:t>Word-Piece 32000</a:t>
            </a:r>
            <a:r>
              <a:rPr lang="ko-KR" altLang="en-US" sz="2400"/>
              <a:t>개의 단어집합 사용</a:t>
            </a:r>
          </a:p>
        </p:txBody>
      </p:sp>
      <p:sp>
        <p:nvSpPr>
          <p:cNvPr id="14" name="Object 6">
            <a:extLst>
              <a:ext uri="{FF2B5EF4-FFF2-40B4-BE49-F238E27FC236}">
                <a16:creationId xmlns:a16="http://schemas.microsoft.com/office/drawing/2014/main" id="{9B7132CF-FB45-16D6-7D62-34E572760EF1}"/>
              </a:ext>
            </a:extLst>
          </p:cNvPr>
          <p:cNvSpPr txBox="1"/>
          <p:nvPr/>
        </p:nvSpPr>
        <p:spPr>
          <a:xfrm>
            <a:off x="264748" y="4583325"/>
            <a:ext cx="7924798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latin typeface="윤고딕" panose="020B0600000101010101" charset="-127"/>
                <a:ea typeface="윤고딕" panose="020B0600000101010101" charset="-127"/>
              </a:rPr>
              <a:t>Hardware</a:t>
            </a:r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EF5A3997-4129-BA8C-9EEE-E52E46ED7C6A}"/>
              </a:ext>
            </a:extLst>
          </p:cNvPr>
          <p:cNvSpPr/>
          <p:nvPr/>
        </p:nvSpPr>
        <p:spPr>
          <a:xfrm>
            <a:off x="282677" y="5226532"/>
            <a:ext cx="16445753" cy="822361"/>
          </a:xfrm>
          <a:custGeom>
            <a:avLst/>
            <a:gdLst/>
            <a:ahLst/>
            <a:cxnLst/>
            <a:rect l="l" t="t" r="r" b="b"/>
            <a:pathLst>
              <a:path w="1332289" h="959633">
                <a:moveTo>
                  <a:pt x="32140" y="0"/>
                </a:moveTo>
                <a:lnTo>
                  <a:pt x="1300149" y="0"/>
                </a:lnTo>
                <a:cubicBezTo>
                  <a:pt x="1308673" y="0"/>
                  <a:pt x="1316848" y="3386"/>
                  <a:pt x="1322875" y="9414"/>
                </a:cubicBezTo>
                <a:cubicBezTo>
                  <a:pt x="1328903" y="15441"/>
                  <a:pt x="1332289" y="23616"/>
                  <a:pt x="1332289" y="32140"/>
                </a:cubicBezTo>
                <a:lnTo>
                  <a:pt x="1332289" y="927493"/>
                </a:lnTo>
                <a:cubicBezTo>
                  <a:pt x="1332289" y="936017"/>
                  <a:pt x="1328903" y="944192"/>
                  <a:pt x="1322875" y="950219"/>
                </a:cubicBezTo>
                <a:cubicBezTo>
                  <a:pt x="1316848" y="956247"/>
                  <a:pt x="1308673" y="959633"/>
                  <a:pt x="1300149" y="959633"/>
                </a:cubicBezTo>
                <a:lnTo>
                  <a:pt x="32140" y="959633"/>
                </a:lnTo>
                <a:cubicBezTo>
                  <a:pt x="23616" y="959633"/>
                  <a:pt x="15441" y="956247"/>
                  <a:pt x="9414" y="950219"/>
                </a:cubicBezTo>
                <a:cubicBezTo>
                  <a:pt x="3386" y="944192"/>
                  <a:pt x="0" y="936017"/>
                  <a:pt x="0" y="927493"/>
                </a:cubicBezTo>
                <a:lnTo>
                  <a:pt x="0" y="32140"/>
                </a:lnTo>
                <a:cubicBezTo>
                  <a:pt x="0" y="23616"/>
                  <a:pt x="3386" y="15441"/>
                  <a:pt x="9414" y="9414"/>
                </a:cubicBezTo>
                <a:cubicBezTo>
                  <a:pt x="15441" y="3386"/>
                  <a:pt x="23616" y="0"/>
                  <a:pt x="32140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8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sz="2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EFB0BC-4ABF-F8AD-752C-2DC364820B54}"/>
              </a:ext>
            </a:extLst>
          </p:cNvPr>
          <p:cNvSpPr txBox="1"/>
          <p:nvPr/>
        </p:nvSpPr>
        <p:spPr>
          <a:xfrm>
            <a:off x="423870" y="5426485"/>
            <a:ext cx="16217154" cy="46166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/>
              <a:t>8</a:t>
            </a:r>
            <a:r>
              <a:rPr lang="ko-KR" altLang="en-US" sz="2400"/>
              <a:t>개의 </a:t>
            </a:r>
            <a:r>
              <a:rPr lang="en-US" altLang="ko-KR" sz="2400"/>
              <a:t>NVIDA P100 GPU</a:t>
            </a:r>
            <a:r>
              <a:rPr lang="ko-KR" altLang="en-US" sz="2400"/>
              <a:t>를 사용해 학습</a:t>
            </a:r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6E3D80B3-A832-7F17-33AB-8F4935E29DEB}"/>
              </a:ext>
            </a:extLst>
          </p:cNvPr>
          <p:cNvSpPr txBox="1"/>
          <p:nvPr/>
        </p:nvSpPr>
        <p:spPr>
          <a:xfrm>
            <a:off x="264748" y="6369065"/>
            <a:ext cx="7924798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>
                <a:latin typeface="윤고딕" panose="020B0600000101010101" charset="-127"/>
                <a:ea typeface="윤고딕" panose="020B0600000101010101" charset="-127"/>
              </a:rPr>
              <a:t>Optimizer &amp; Regularization</a:t>
            </a:r>
          </a:p>
        </p:txBody>
      </p:sp>
      <p:sp>
        <p:nvSpPr>
          <p:cNvPr id="19" name="Freeform 8">
            <a:extLst>
              <a:ext uri="{FF2B5EF4-FFF2-40B4-BE49-F238E27FC236}">
                <a16:creationId xmlns:a16="http://schemas.microsoft.com/office/drawing/2014/main" id="{94F20D9C-03F5-A01B-35C6-E469D14F19BB}"/>
              </a:ext>
            </a:extLst>
          </p:cNvPr>
          <p:cNvSpPr/>
          <p:nvPr/>
        </p:nvSpPr>
        <p:spPr>
          <a:xfrm>
            <a:off x="282677" y="7033064"/>
            <a:ext cx="16445753" cy="1155113"/>
          </a:xfrm>
          <a:custGeom>
            <a:avLst/>
            <a:gdLst/>
            <a:ahLst/>
            <a:cxnLst/>
            <a:rect l="l" t="t" r="r" b="b"/>
            <a:pathLst>
              <a:path w="1332289" h="959633">
                <a:moveTo>
                  <a:pt x="32140" y="0"/>
                </a:moveTo>
                <a:lnTo>
                  <a:pt x="1300149" y="0"/>
                </a:lnTo>
                <a:cubicBezTo>
                  <a:pt x="1308673" y="0"/>
                  <a:pt x="1316848" y="3386"/>
                  <a:pt x="1322875" y="9414"/>
                </a:cubicBezTo>
                <a:cubicBezTo>
                  <a:pt x="1328903" y="15441"/>
                  <a:pt x="1332289" y="23616"/>
                  <a:pt x="1332289" y="32140"/>
                </a:cubicBezTo>
                <a:lnTo>
                  <a:pt x="1332289" y="927493"/>
                </a:lnTo>
                <a:cubicBezTo>
                  <a:pt x="1332289" y="936017"/>
                  <a:pt x="1328903" y="944192"/>
                  <a:pt x="1322875" y="950219"/>
                </a:cubicBezTo>
                <a:cubicBezTo>
                  <a:pt x="1316848" y="956247"/>
                  <a:pt x="1308673" y="959633"/>
                  <a:pt x="1300149" y="959633"/>
                </a:cubicBezTo>
                <a:lnTo>
                  <a:pt x="32140" y="959633"/>
                </a:lnTo>
                <a:cubicBezTo>
                  <a:pt x="23616" y="959633"/>
                  <a:pt x="15441" y="956247"/>
                  <a:pt x="9414" y="950219"/>
                </a:cubicBezTo>
                <a:cubicBezTo>
                  <a:pt x="3386" y="944192"/>
                  <a:pt x="0" y="936017"/>
                  <a:pt x="0" y="927493"/>
                </a:cubicBezTo>
                <a:lnTo>
                  <a:pt x="0" y="32140"/>
                </a:lnTo>
                <a:cubicBezTo>
                  <a:pt x="0" y="23616"/>
                  <a:pt x="3386" y="15441"/>
                  <a:pt x="9414" y="9414"/>
                </a:cubicBezTo>
                <a:cubicBezTo>
                  <a:pt x="15441" y="3386"/>
                  <a:pt x="23616" y="0"/>
                  <a:pt x="32140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8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sz="2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736F76-88CF-1968-B481-00BF556B1820}"/>
              </a:ext>
            </a:extLst>
          </p:cNvPr>
          <p:cNvSpPr txBox="1"/>
          <p:nvPr/>
        </p:nvSpPr>
        <p:spPr>
          <a:xfrm>
            <a:off x="396976" y="7198857"/>
            <a:ext cx="16217154" cy="83099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/>
              <a:t>Adam </a:t>
            </a:r>
            <a:r>
              <a:rPr lang="ko-KR" altLang="en-US" sz="2400"/>
              <a:t>옵티마이저 사용</a:t>
            </a:r>
            <a:endParaRPr lang="en-US" altLang="ko-KR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/>
              <a:t>Residual Dropout</a:t>
            </a:r>
            <a:r>
              <a:rPr lang="ko-KR" altLang="en-US" sz="2400"/>
              <a:t>과 </a:t>
            </a:r>
            <a:r>
              <a:rPr lang="en-US" altLang="ko-KR" sz="2400"/>
              <a:t>Label Smoothing</a:t>
            </a:r>
            <a:r>
              <a:rPr lang="ko-KR" altLang="en-US" sz="2400"/>
              <a:t>을 적용</a:t>
            </a:r>
          </a:p>
        </p:txBody>
      </p:sp>
    </p:spTree>
    <p:extLst>
      <p:ext uri="{BB962C8B-B14F-4D97-AF65-F5344CB8AC3E}">
        <p14:creationId xmlns:p14="http://schemas.microsoft.com/office/powerpoint/2010/main" val="2346988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2A4B8-16CB-F1A3-744F-0FC9C0001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9">
            <a:extLst>
              <a:ext uri="{FF2B5EF4-FFF2-40B4-BE49-F238E27FC236}">
                <a16:creationId xmlns:a16="http://schemas.microsoft.com/office/drawing/2014/main" id="{FF96137E-2CD2-F3AE-4AD0-6547777DD569}"/>
              </a:ext>
            </a:extLst>
          </p:cNvPr>
          <p:cNvSpPr/>
          <p:nvPr/>
        </p:nvSpPr>
        <p:spPr>
          <a:xfrm>
            <a:off x="0" y="828675"/>
            <a:ext cx="327638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4701EBAD-CEE0-5915-06F3-5DFD8CEA128E}"/>
              </a:ext>
            </a:extLst>
          </p:cNvPr>
          <p:cNvSpPr txBox="1"/>
          <p:nvPr/>
        </p:nvSpPr>
        <p:spPr>
          <a:xfrm>
            <a:off x="76200" y="896534"/>
            <a:ext cx="7391400" cy="779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4. </a:t>
            </a:r>
            <a:r>
              <a:rPr lang="ko-KR" altLang="en-US" sz="4800" b="1" spc="-65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결론</a:t>
            </a:r>
            <a:endParaRPr lang="en-US" sz="4000" b="1" spc="-65">
              <a:solidFill>
                <a:srgbClr val="191919"/>
              </a:solidFill>
              <a:latin typeface="윤고딕"/>
              <a:ea typeface="윤고딕"/>
              <a:cs typeface="윤고딕"/>
              <a:sym typeface="윤고딕"/>
            </a:endParaRP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CA31B5AF-63D1-518A-CCA6-A3D12EB035C7}"/>
              </a:ext>
            </a:extLst>
          </p:cNvPr>
          <p:cNvGrpSpPr/>
          <p:nvPr/>
        </p:nvGrpSpPr>
        <p:grpSpPr>
          <a:xfrm>
            <a:off x="1" y="10008764"/>
            <a:ext cx="18287999" cy="297854"/>
            <a:chOff x="0" y="0"/>
            <a:chExt cx="4969807" cy="3160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C633B12D-88B7-E131-C536-7D1563E71684}"/>
                </a:ext>
              </a:extLst>
            </p:cNvPr>
            <p:cNvSpPr/>
            <p:nvPr/>
          </p:nvSpPr>
          <p:spPr>
            <a:xfrm>
              <a:off x="0" y="0"/>
              <a:ext cx="4969807" cy="31608"/>
            </a:xfrm>
            <a:custGeom>
              <a:avLst/>
              <a:gdLst/>
              <a:ahLst/>
              <a:cxnLst/>
              <a:rect l="l" t="t" r="r" b="b"/>
              <a:pathLst>
                <a:path w="4969807" h="31608">
                  <a:moveTo>
                    <a:pt x="0" y="0"/>
                  </a:moveTo>
                  <a:lnTo>
                    <a:pt x="4969807" y="0"/>
                  </a:lnTo>
                  <a:lnTo>
                    <a:pt x="4969807" y="31608"/>
                  </a:lnTo>
                  <a:lnTo>
                    <a:pt x="0" y="31608"/>
                  </a:ln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BFB882DD-235B-5405-7A84-F296DD21746A}"/>
                </a:ext>
              </a:extLst>
            </p:cNvPr>
            <p:cNvSpPr txBox="1"/>
            <p:nvPr/>
          </p:nvSpPr>
          <p:spPr>
            <a:xfrm>
              <a:off x="0" y="-47625"/>
              <a:ext cx="4969807" cy="79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그림 2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539AD1-2AB5-F475-CBC0-5C9260597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6" r="3468"/>
          <a:stretch>
            <a:fillRect/>
          </a:stretch>
        </p:blipFill>
        <p:spPr>
          <a:xfrm>
            <a:off x="381000" y="2149291"/>
            <a:ext cx="7548237" cy="4847657"/>
          </a:xfrm>
          <a:prstGeom prst="rect">
            <a:avLst/>
          </a:prstGeom>
        </p:spPr>
      </p:pic>
      <p:grpSp>
        <p:nvGrpSpPr>
          <p:cNvPr id="30" name="Group 7">
            <a:extLst>
              <a:ext uri="{FF2B5EF4-FFF2-40B4-BE49-F238E27FC236}">
                <a16:creationId xmlns:a16="http://schemas.microsoft.com/office/drawing/2014/main" id="{98CFD77C-39E1-CD61-309A-AD7FDFC24F51}"/>
              </a:ext>
            </a:extLst>
          </p:cNvPr>
          <p:cNvGrpSpPr/>
          <p:nvPr/>
        </p:nvGrpSpPr>
        <p:grpSpPr>
          <a:xfrm>
            <a:off x="8455520" y="192058"/>
            <a:ext cx="9451480" cy="2133596"/>
            <a:chOff x="0" y="0"/>
            <a:chExt cx="2489279" cy="687772"/>
          </a:xfrm>
        </p:grpSpPr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1301CC64-670D-A98C-4506-D841ECC32F3E}"/>
                </a:ext>
              </a:extLst>
            </p:cNvPr>
            <p:cNvSpPr/>
            <p:nvPr/>
          </p:nvSpPr>
          <p:spPr>
            <a:xfrm>
              <a:off x="0" y="0"/>
              <a:ext cx="2489279" cy="687772"/>
            </a:xfrm>
            <a:custGeom>
              <a:avLst/>
              <a:gdLst/>
              <a:ahLst/>
              <a:cxnLst/>
              <a:rect l="l" t="t" r="r" b="b"/>
              <a:pathLst>
                <a:path w="2489279" h="687772">
                  <a:moveTo>
                    <a:pt x="17202" y="0"/>
                  </a:moveTo>
                  <a:lnTo>
                    <a:pt x="2472077" y="0"/>
                  </a:lnTo>
                  <a:cubicBezTo>
                    <a:pt x="2476640" y="0"/>
                    <a:pt x="2481015" y="1812"/>
                    <a:pt x="2484241" y="5038"/>
                  </a:cubicBezTo>
                  <a:cubicBezTo>
                    <a:pt x="2487467" y="8264"/>
                    <a:pt x="2489279" y="12639"/>
                    <a:pt x="2489279" y="17202"/>
                  </a:cubicBezTo>
                  <a:lnTo>
                    <a:pt x="2489279" y="670570"/>
                  </a:lnTo>
                  <a:cubicBezTo>
                    <a:pt x="2489279" y="675133"/>
                    <a:pt x="2487467" y="679508"/>
                    <a:pt x="2484241" y="682734"/>
                  </a:cubicBezTo>
                  <a:cubicBezTo>
                    <a:pt x="2481015" y="685960"/>
                    <a:pt x="2476640" y="687772"/>
                    <a:pt x="2472077" y="687772"/>
                  </a:cubicBezTo>
                  <a:lnTo>
                    <a:pt x="17202" y="687772"/>
                  </a:lnTo>
                  <a:cubicBezTo>
                    <a:pt x="7701" y="687772"/>
                    <a:pt x="0" y="680071"/>
                    <a:pt x="0" y="670570"/>
                  </a:cubicBezTo>
                  <a:lnTo>
                    <a:pt x="0" y="17202"/>
                  </a:lnTo>
                  <a:cubicBezTo>
                    <a:pt x="0" y="12639"/>
                    <a:pt x="1812" y="8264"/>
                    <a:pt x="5038" y="5038"/>
                  </a:cubicBezTo>
                  <a:cubicBezTo>
                    <a:pt x="8264" y="1812"/>
                    <a:pt x="12639" y="0"/>
                    <a:pt x="17202" y="0"/>
                  </a:cubicBezTo>
                  <a:close/>
                </a:path>
              </a:pathLst>
            </a:custGeom>
            <a:solidFill>
              <a:srgbClr val="F0F0F0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9">
              <a:extLst>
                <a:ext uri="{FF2B5EF4-FFF2-40B4-BE49-F238E27FC236}">
                  <a16:creationId xmlns:a16="http://schemas.microsoft.com/office/drawing/2014/main" id="{C44A6214-3ADF-C5E1-F122-EC654A0D7051}"/>
                </a:ext>
              </a:extLst>
            </p:cNvPr>
            <p:cNvSpPr txBox="1"/>
            <p:nvPr/>
          </p:nvSpPr>
          <p:spPr>
            <a:xfrm>
              <a:off x="0" y="-47625"/>
              <a:ext cx="2489279" cy="7353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39" name="Freeform 8">
            <a:extLst>
              <a:ext uri="{FF2B5EF4-FFF2-40B4-BE49-F238E27FC236}">
                <a16:creationId xmlns:a16="http://schemas.microsoft.com/office/drawing/2014/main" id="{5481DBE2-9AF3-15A1-1A9B-402E3A942A6E}"/>
              </a:ext>
            </a:extLst>
          </p:cNvPr>
          <p:cNvSpPr/>
          <p:nvPr/>
        </p:nvSpPr>
        <p:spPr>
          <a:xfrm>
            <a:off x="8455520" y="2705100"/>
            <a:ext cx="9451480" cy="2133596"/>
          </a:xfrm>
          <a:custGeom>
            <a:avLst/>
            <a:gdLst/>
            <a:ahLst/>
            <a:cxnLst/>
            <a:rect l="l" t="t" r="r" b="b"/>
            <a:pathLst>
              <a:path w="2489279" h="687772">
                <a:moveTo>
                  <a:pt x="17202" y="0"/>
                </a:moveTo>
                <a:lnTo>
                  <a:pt x="2472077" y="0"/>
                </a:lnTo>
                <a:cubicBezTo>
                  <a:pt x="2476640" y="0"/>
                  <a:pt x="2481015" y="1812"/>
                  <a:pt x="2484241" y="5038"/>
                </a:cubicBezTo>
                <a:cubicBezTo>
                  <a:pt x="2487467" y="8264"/>
                  <a:pt x="2489279" y="12639"/>
                  <a:pt x="2489279" y="17202"/>
                </a:cubicBezTo>
                <a:lnTo>
                  <a:pt x="2489279" y="670570"/>
                </a:lnTo>
                <a:cubicBezTo>
                  <a:pt x="2489279" y="675133"/>
                  <a:pt x="2487467" y="679508"/>
                  <a:pt x="2484241" y="682734"/>
                </a:cubicBezTo>
                <a:cubicBezTo>
                  <a:pt x="2481015" y="685960"/>
                  <a:pt x="2476640" y="687772"/>
                  <a:pt x="2472077" y="687772"/>
                </a:cubicBezTo>
                <a:lnTo>
                  <a:pt x="17202" y="687772"/>
                </a:lnTo>
                <a:cubicBezTo>
                  <a:pt x="7701" y="687772"/>
                  <a:pt x="0" y="680071"/>
                  <a:pt x="0" y="670570"/>
                </a:cubicBezTo>
                <a:lnTo>
                  <a:pt x="0" y="17202"/>
                </a:lnTo>
                <a:cubicBezTo>
                  <a:pt x="0" y="12639"/>
                  <a:pt x="1812" y="8264"/>
                  <a:pt x="5038" y="5038"/>
                </a:cubicBezTo>
                <a:cubicBezTo>
                  <a:pt x="8264" y="1812"/>
                  <a:pt x="12639" y="0"/>
                  <a:pt x="17202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0" name="Freeform 8">
            <a:extLst>
              <a:ext uri="{FF2B5EF4-FFF2-40B4-BE49-F238E27FC236}">
                <a16:creationId xmlns:a16="http://schemas.microsoft.com/office/drawing/2014/main" id="{729076F4-6464-5DE2-FE6D-75D88E6BC3CB}"/>
              </a:ext>
            </a:extLst>
          </p:cNvPr>
          <p:cNvSpPr/>
          <p:nvPr/>
        </p:nvSpPr>
        <p:spPr>
          <a:xfrm>
            <a:off x="8455520" y="5218142"/>
            <a:ext cx="9451480" cy="2133596"/>
          </a:xfrm>
          <a:custGeom>
            <a:avLst/>
            <a:gdLst/>
            <a:ahLst/>
            <a:cxnLst/>
            <a:rect l="l" t="t" r="r" b="b"/>
            <a:pathLst>
              <a:path w="2489279" h="687772">
                <a:moveTo>
                  <a:pt x="17202" y="0"/>
                </a:moveTo>
                <a:lnTo>
                  <a:pt x="2472077" y="0"/>
                </a:lnTo>
                <a:cubicBezTo>
                  <a:pt x="2476640" y="0"/>
                  <a:pt x="2481015" y="1812"/>
                  <a:pt x="2484241" y="5038"/>
                </a:cubicBezTo>
                <a:cubicBezTo>
                  <a:pt x="2487467" y="8264"/>
                  <a:pt x="2489279" y="12639"/>
                  <a:pt x="2489279" y="17202"/>
                </a:cubicBezTo>
                <a:lnTo>
                  <a:pt x="2489279" y="670570"/>
                </a:lnTo>
                <a:cubicBezTo>
                  <a:pt x="2489279" y="675133"/>
                  <a:pt x="2487467" y="679508"/>
                  <a:pt x="2484241" y="682734"/>
                </a:cubicBezTo>
                <a:cubicBezTo>
                  <a:pt x="2481015" y="685960"/>
                  <a:pt x="2476640" y="687772"/>
                  <a:pt x="2472077" y="687772"/>
                </a:cubicBezTo>
                <a:lnTo>
                  <a:pt x="17202" y="687772"/>
                </a:lnTo>
                <a:cubicBezTo>
                  <a:pt x="7701" y="687772"/>
                  <a:pt x="0" y="680071"/>
                  <a:pt x="0" y="670570"/>
                </a:cubicBezTo>
                <a:lnTo>
                  <a:pt x="0" y="17202"/>
                </a:lnTo>
                <a:cubicBezTo>
                  <a:pt x="0" y="12639"/>
                  <a:pt x="1812" y="8264"/>
                  <a:pt x="5038" y="5038"/>
                </a:cubicBezTo>
                <a:cubicBezTo>
                  <a:pt x="8264" y="1812"/>
                  <a:pt x="12639" y="0"/>
                  <a:pt x="17202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1" name="Freeform 8">
            <a:extLst>
              <a:ext uri="{FF2B5EF4-FFF2-40B4-BE49-F238E27FC236}">
                <a16:creationId xmlns:a16="http://schemas.microsoft.com/office/drawing/2014/main" id="{6A4C7883-944E-E5F4-F0EC-C3A6A2F62E6E}"/>
              </a:ext>
            </a:extLst>
          </p:cNvPr>
          <p:cNvSpPr/>
          <p:nvPr/>
        </p:nvSpPr>
        <p:spPr>
          <a:xfrm>
            <a:off x="8455520" y="7725059"/>
            <a:ext cx="9451480" cy="2133596"/>
          </a:xfrm>
          <a:custGeom>
            <a:avLst/>
            <a:gdLst/>
            <a:ahLst/>
            <a:cxnLst/>
            <a:rect l="l" t="t" r="r" b="b"/>
            <a:pathLst>
              <a:path w="2489279" h="687772">
                <a:moveTo>
                  <a:pt x="17202" y="0"/>
                </a:moveTo>
                <a:lnTo>
                  <a:pt x="2472077" y="0"/>
                </a:lnTo>
                <a:cubicBezTo>
                  <a:pt x="2476640" y="0"/>
                  <a:pt x="2481015" y="1812"/>
                  <a:pt x="2484241" y="5038"/>
                </a:cubicBezTo>
                <a:cubicBezTo>
                  <a:pt x="2487467" y="8264"/>
                  <a:pt x="2489279" y="12639"/>
                  <a:pt x="2489279" y="17202"/>
                </a:cubicBezTo>
                <a:lnTo>
                  <a:pt x="2489279" y="670570"/>
                </a:lnTo>
                <a:cubicBezTo>
                  <a:pt x="2489279" y="675133"/>
                  <a:pt x="2487467" y="679508"/>
                  <a:pt x="2484241" y="682734"/>
                </a:cubicBezTo>
                <a:cubicBezTo>
                  <a:pt x="2481015" y="685960"/>
                  <a:pt x="2476640" y="687772"/>
                  <a:pt x="2472077" y="687772"/>
                </a:cubicBezTo>
                <a:lnTo>
                  <a:pt x="17202" y="687772"/>
                </a:lnTo>
                <a:cubicBezTo>
                  <a:pt x="7701" y="687772"/>
                  <a:pt x="0" y="680071"/>
                  <a:pt x="0" y="670570"/>
                </a:cubicBezTo>
                <a:lnTo>
                  <a:pt x="0" y="17202"/>
                </a:lnTo>
                <a:cubicBezTo>
                  <a:pt x="0" y="12639"/>
                  <a:pt x="1812" y="8264"/>
                  <a:pt x="5038" y="5038"/>
                </a:cubicBezTo>
                <a:cubicBezTo>
                  <a:pt x="8264" y="1812"/>
                  <a:pt x="12639" y="0"/>
                  <a:pt x="17202" y="0"/>
                </a:cubicBezTo>
                <a:close/>
              </a:path>
            </a:pathLst>
          </a:custGeom>
          <a:solidFill>
            <a:srgbClr val="F0F0F0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D034E2E0-4796-3438-A70D-1F42C746889E}"/>
              </a:ext>
            </a:extLst>
          </p:cNvPr>
          <p:cNvSpPr txBox="1"/>
          <p:nvPr/>
        </p:nvSpPr>
        <p:spPr>
          <a:xfrm>
            <a:off x="8839200" y="899711"/>
            <a:ext cx="8686800" cy="496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ko-KR" altLang="en-US" sz="3200" b="1">
                <a:solidFill>
                  <a:schemeClr val="accent4">
                    <a:lumMod val="50000"/>
                  </a:schemeClr>
                </a:solidFill>
                <a:latin typeface="+mn-ea"/>
                <a:cs typeface="Source Han Sans KR Bold"/>
                <a:sym typeface="Source Han Sans KR Bold"/>
              </a:rPr>
              <a:t>소규모 데이터와 구조적 제약에도 뛰어난 성능</a:t>
            </a:r>
            <a:endParaRPr lang="en-US" sz="3200" b="1">
              <a:solidFill>
                <a:schemeClr val="accent4">
                  <a:lumMod val="50000"/>
                </a:schemeClr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3" name="TextBox 17">
            <a:extLst>
              <a:ext uri="{FF2B5EF4-FFF2-40B4-BE49-F238E27FC236}">
                <a16:creationId xmlns:a16="http://schemas.microsoft.com/office/drawing/2014/main" id="{9F43EA8B-D866-4895-A43E-D894AA58E55B}"/>
              </a:ext>
            </a:extLst>
          </p:cNvPr>
          <p:cNvSpPr txBox="1"/>
          <p:nvPr/>
        </p:nvSpPr>
        <p:spPr>
          <a:xfrm>
            <a:off x="8534400" y="3523561"/>
            <a:ext cx="9527680" cy="496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  <a:spcBef>
                <a:spcPct val="0"/>
              </a:spcBef>
            </a:pPr>
            <a:r>
              <a:rPr lang="ko-KR" altLang="en-US" sz="3200" b="1">
                <a:solidFill>
                  <a:schemeClr val="accent4">
                    <a:lumMod val="50000"/>
                  </a:schemeClr>
                </a:solidFill>
                <a:latin typeface="+mn-ea"/>
                <a:cs typeface="Source Han Sans KR Bold"/>
                <a:sym typeface="Source Han Sans KR Bold"/>
              </a:rPr>
              <a:t>자연어 변역에 있어 </a:t>
            </a:r>
            <a:r>
              <a:rPr lang="en-US" altLang="ko-KR" sz="3200" b="1">
                <a:solidFill>
                  <a:schemeClr val="accent4">
                    <a:lumMod val="50000"/>
                  </a:schemeClr>
                </a:solidFill>
                <a:latin typeface="+mn-ea"/>
                <a:cs typeface="Source Han Sans KR Bold"/>
                <a:sym typeface="Source Han Sans KR Bold"/>
              </a:rPr>
              <a:t>RNN, CNN</a:t>
            </a:r>
            <a:r>
              <a:rPr lang="ko-KR" altLang="en-US" sz="3200" b="1">
                <a:solidFill>
                  <a:schemeClr val="accent4">
                    <a:lumMod val="50000"/>
                  </a:schemeClr>
                </a:solidFill>
                <a:latin typeface="+mn-ea"/>
                <a:cs typeface="Source Han Sans KR Bold"/>
                <a:sym typeface="Source Han Sans KR Bold"/>
              </a:rPr>
              <a:t>보다 빠르고 뛰어남</a:t>
            </a:r>
            <a:endParaRPr lang="en-US" sz="3200" b="1">
              <a:solidFill>
                <a:schemeClr val="accent4">
                  <a:lumMod val="50000"/>
                </a:schemeClr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6" name="TextBox 17">
            <a:extLst>
              <a:ext uri="{FF2B5EF4-FFF2-40B4-BE49-F238E27FC236}">
                <a16:creationId xmlns:a16="http://schemas.microsoft.com/office/drawing/2014/main" id="{3BE937C6-EBAE-A4C9-D2F1-BD738539D884}"/>
              </a:ext>
            </a:extLst>
          </p:cNvPr>
          <p:cNvSpPr txBox="1"/>
          <p:nvPr/>
        </p:nvSpPr>
        <p:spPr>
          <a:xfrm>
            <a:off x="8379320" y="5835909"/>
            <a:ext cx="9603880" cy="1035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ko-KR" altLang="en-US" sz="3200" b="1">
                <a:solidFill>
                  <a:schemeClr val="accent4">
                    <a:lumMod val="50000"/>
                  </a:schemeClr>
                </a:solidFill>
                <a:latin typeface="+mn-ea"/>
                <a:cs typeface="Source Han Sans KR Bold"/>
                <a:sym typeface="Source Han Sans KR Bold"/>
              </a:rPr>
              <a:t>영어</a:t>
            </a:r>
            <a:r>
              <a:rPr lang="en-US" altLang="ko-KR" sz="3200" b="1">
                <a:solidFill>
                  <a:schemeClr val="accent4">
                    <a:lumMod val="50000"/>
                  </a:schemeClr>
                </a:solidFill>
                <a:latin typeface="+mn-ea"/>
                <a:cs typeface="Source Han Sans KR Bold"/>
                <a:sym typeface="Source Han Sans KR Bold"/>
              </a:rPr>
              <a:t>-</a:t>
            </a:r>
            <a:r>
              <a:rPr lang="ko-KR" altLang="en-US" sz="3200" b="1">
                <a:solidFill>
                  <a:schemeClr val="accent4">
                    <a:lumMod val="50000"/>
                  </a:schemeClr>
                </a:solidFill>
                <a:latin typeface="+mn-ea"/>
                <a:cs typeface="Source Han Sans KR Bold"/>
                <a:sym typeface="Source Han Sans KR Bold"/>
              </a:rPr>
              <a:t>독일어</a:t>
            </a:r>
            <a:r>
              <a:rPr lang="en-US" altLang="ko-KR" sz="3200" b="1">
                <a:solidFill>
                  <a:schemeClr val="accent4">
                    <a:lumMod val="50000"/>
                  </a:schemeClr>
                </a:solidFill>
                <a:latin typeface="+mn-ea"/>
                <a:cs typeface="Source Han Sans KR Bold"/>
                <a:sym typeface="Source Han Sans KR Bold"/>
              </a:rPr>
              <a:t> / </a:t>
            </a:r>
            <a:r>
              <a:rPr lang="ko-KR" altLang="en-US" sz="3200" b="1">
                <a:solidFill>
                  <a:schemeClr val="accent4">
                    <a:lumMod val="50000"/>
                  </a:schemeClr>
                </a:solidFill>
                <a:latin typeface="+mn-ea"/>
                <a:cs typeface="Source Han Sans KR Bold"/>
                <a:sym typeface="Source Han Sans KR Bold"/>
              </a:rPr>
              <a:t>영어</a:t>
            </a:r>
            <a:r>
              <a:rPr lang="en-US" altLang="ko-KR" sz="3200" b="1">
                <a:solidFill>
                  <a:schemeClr val="accent4">
                    <a:lumMod val="50000"/>
                  </a:schemeClr>
                </a:solidFill>
                <a:latin typeface="+mn-ea"/>
                <a:cs typeface="Source Han Sans KR Bold"/>
                <a:sym typeface="Source Han Sans KR Bold"/>
              </a:rPr>
              <a:t>-</a:t>
            </a:r>
            <a:r>
              <a:rPr lang="ko-KR" altLang="en-US" sz="3200" b="1">
                <a:solidFill>
                  <a:schemeClr val="accent4">
                    <a:lumMod val="50000"/>
                  </a:schemeClr>
                </a:solidFill>
                <a:latin typeface="+mn-ea"/>
                <a:cs typeface="Source Han Sans KR Bold"/>
                <a:sym typeface="Source Han Sans KR Bold"/>
              </a:rPr>
              <a:t>프랑스어 중심으로 학습하며 병렬처리를 통해 높은 성적의 </a:t>
            </a:r>
            <a:r>
              <a:rPr lang="en-US" altLang="ko-KR" sz="3200" b="1">
                <a:solidFill>
                  <a:schemeClr val="accent4">
                    <a:lumMod val="50000"/>
                  </a:schemeClr>
                </a:solidFill>
                <a:latin typeface="+mn-ea"/>
                <a:cs typeface="Source Han Sans KR Bold"/>
                <a:sym typeface="Source Han Sans KR Bold"/>
              </a:rPr>
              <a:t>BLEU </a:t>
            </a:r>
            <a:r>
              <a:rPr lang="ko-KR" altLang="en-US" sz="3200" b="1">
                <a:solidFill>
                  <a:schemeClr val="accent4">
                    <a:lumMod val="50000"/>
                  </a:schemeClr>
                </a:solidFill>
                <a:latin typeface="+mn-ea"/>
                <a:cs typeface="Source Han Sans KR Bold"/>
                <a:sym typeface="Source Han Sans KR Bold"/>
              </a:rPr>
              <a:t>점수를 달성</a:t>
            </a:r>
            <a:endParaRPr lang="en-US" sz="3200" b="1">
              <a:solidFill>
                <a:schemeClr val="accent4">
                  <a:lumMod val="50000"/>
                </a:schemeClr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47" name="TextBox 17">
            <a:extLst>
              <a:ext uri="{FF2B5EF4-FFF2-40B4-BE49-F238E27FC236}">
                <a16:creationId xmlns:a16="http://schemas.microsoft.com/office/drawing/2014/main" id="{241F4CE0-B06E-4CA5-335E-185B5CEBB37C}"/>
              </a:ext>
            </a:extLst>
          </p:cNvPr>
          <p:cNvSpPr txBox="1"/>
          <p:nvPr/>
        </p:nvSpPr>
        <p:spPr>
          <a:xfrm>
            <a:off x="8379320" y="8300299"/>
            <a:ext cx="9603880" cy="1035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200" b="1">
                <a:solidFill>
                  <a:schemeClr val="accent4">
                    <a:lumMod val="50000"/>
                  </a:schemeClr>
                </a:solidFill>
                <a:latin typeface="+mn-ea"/>
                <a:cs typeface="Source Han Sans KR Bold"/>
                <a:sym typeface="Source Han Sans KR Bold"/>
              </a:rPr>
              <a:t>Attention </a:t>
            </a:r>
            <a:r>
              <a:rPr lang="ko-KR" altLang="en-US" sz="3200" b="1">
                <a:solidFill>
                  <a:schemeClr val="accent4">
                    <a:lumMod val="50000"/>
                  </a:schemeClr>
                </a:solidFill>
                <a:latin typeface="+mn-ea"/>
                <a:cs typeface="Source Han Sans KR Bold"/>
                <a:sym typeface="Source Han Sans KR Bold"/>
              </a:rPr>
              <a:t>메커니즘을 통한 시퀀스 데이터의 문맥적 의미를 학습하는 아키텍처</a:t>
            </a:r>
            <a:endParaRPr lang="en-US" sz="3200" b="1">
              <a:solidFill>
                <a:schemeClr val="accent4">
                  <a:lumMod val="50000"/>
                </a:schemeClr>
              </a:solidFill>
              <a:latin typeface="+mn-ea"/>
              <a:cs typeface="Source Han Sans KR Bold"/>
              <a:sym typeface="Source Han Sans KR Bold"/>
            </a:endParaRPr>
          </a:p>
        </p:txBody>
      </p:sp>
    </p:spTree>
    <p:extLst>
      <p:ext uri="{BB962C8B-B14F-4D97-AF65-F5344CB8AC3E}">
        <p14:creationId xmlns:p14="http://schemas.microsoft.com/office/powerpoint/2010/main" val="2719926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bg1"/>
        </a:solidFill>
        <a:ln w="28575">
          <a:solidFill>
            <a:schemeClr val="tx1"/>
          </a:solidFill>
        </a:ln>
      </a:spPr>
      <a:bodyPr wrap="square" rtlCol="0">
        <a:spAutoFit/>
      </a:bodyPr>
      <a:lstStyle>
        <a:defPPr algn="ctr">
          <a:defRPr sz="24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6682</TotalTime>
  <Words>786</Words>
  <Application>Microsoft Office PowerPoint</Application>
  <PresentationFormat>사용자 지정</PresentationFormat>
  <Paragraphs>177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5" baseType="lpstr">
      <vt:lpstr>윤고딕</vt:lpstr>
      <vt:lpstr>Cambria Math</vt:lpstr>
      <vt:lpstr>나눔고딕</vt:lpstr>
      <vt:lpstr>Source Han Sans KR Bold</vt:lpstr>
      <vt:lpstr>맑은 고딕</vt:lpstr>
      <vt:lpstr>Glacial Indifference</vt:lpstr>
      <vt:lpstr>Wingdings</vt:lpstr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심플한 비지니스 프로젝트 프레젠테이션</dc:title>
  <cp:lastModifiedBy>동균 유</cp:lastModifiedBy>
  <cp:revision>14</cp:revision>
  <cp:lastPrinted>2025-05-15T02:50:12Z</cp:lastPrinted>
  <dcterms:created xsi:type="dcterms:W3CDTF">2006-08-16T00:00:00Z</dcterms:created>
  <dcterms:modified xsi:type="dcterms:W3CDTF">2025-11-17T07:12:33Z</dcterms:modified>
  <dc:identifier>DAGnarjZHOY</dc:identifier>
</cp:coreProperties>
</file>