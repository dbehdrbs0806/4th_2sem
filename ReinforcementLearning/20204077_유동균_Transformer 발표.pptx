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9" r:id="rId4"/>
    <p:sldId id="295" r:id="rId5"/>
    <p:sldId id="260" r:id="rId6"/>
    <p:sldId id="284" r:id="rId7"/>
    <p:sldId id="283" r:id="rId8"/>
    <p:sldId id="285" r:id="rId9"/>
    <p:sldId id="286" r:id="rId10"/>
    <p:sldId id="261" r:id="rId11"/>
    <p:sldId id="273" r:id="rId12"/>
    <p:sldId id="263" r:id="rId13"/>
    <p:sldId id="287" r:id="rId14"/>
    <p:sldId id="288" r:id="rId15"/>
    <p:sldId id="264" r:id="rId16"/>
    <p:sldId id="274" r:id="rId17"/>
    <p:sldId id="290" r:id="rId18"/>
    <p:sldId id="292" r:id="rId19"/>
    <p:sldId id="293" r:id="rId20"/>
  </p:sldIdLst>
  <p:sldSz cx="18288000" cy="10287000"/>
  <p:notesSz cx="6797675" cy="9926638"/>
  <p:embeddedFontLst>
    <p:embeddedFont>
      <p:font typeface="나눔고딕" pitchFamily="2" charset="-127"/>
      <p:regular r:id="rId22"/>
      <p:bold r:id="rId23"/>
    </p:embeddedFont>
    <p:embeddedFont>
      <p:font typeface="윤고딕" panose="020B0600000101010101" charset="-127"/>
      <p:regular r:id="rId24"/>
    </p:embeddedFont>
    <p:embeddedFont>
      <p:font typeface="Glacial Indifference" panose="020B0600000101010101" charset="0"/>
      <p:regular r:id="rId25"/>
    </p:embeddedFont>
    <p:embeddedFont>
      <p:font typeface="맑은 고딕" panose="020B0503020000020004" pitchFamily="50" charset="-127"/>
      <p:regular r:id="rId26"/>
      <p:bold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E9D984-E57C-46DE-93D2-E8F9A546D6E4}" v="112" dt="2025-11-16T14:18:16.5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5022" autoAdjust="0"/>
  </p:normalViewPr>
  <p:slideViewPr>
    <p:cSldViewPr>
      <p:cViewPr varScale="1">
        <p:scale>
          <a:sx n="71" d="100"/>
          <a:sy n="71" d="100"/>
        </p:scale>
        <p:origin x="750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동균 유" userId="5b440d0c5caf5392" providerId="LiveId" clId="{7575D443-0738-4A9C-8581-0F40110DC7EF}"/>
    <pc:docChg chg="undo custSel modSld">
      <pc:chgData name="동균 유" userId="5b440d0c5caf5392" providerId="LiveId" clId="{7575D443-0738-4A9C-8581-0F40110DC7EF}" dt="2025-11-16T14:18:16.519" v="1647"/>
      <pc:docMkLst>
        <pc:docMk/>
      </pc:docMkLst>
      <pc:sldChg chg="addSp delSp modSp mod">
        <pc:chgData name="동균 유" userId="5b440d0c5caf5392" providerId="LiveId" clId="{7575D443-0738-4A9C-8581-0F40110DC7EF}" dt="2025-11-16T13:02:59.544" v="197" actId="1076"/>
        <pc:sldMkLst>
          <pc:docMk/>
          <pc:sldMk cId="0" sldId="256"/>
        </pc:sldMkLst>
        <pc:spChg chg="add del mod">
          <ac:chgData name="동균 유" userId="5b440d0c5caf5392" providerId="LiveId" clId="{7575D443-0738-4A9C-8581-0F40110DC7EF}" dt="2025-11-16T13:02:59.544" v="197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동균 유" userId="5b440d0c5caf5392" providerId="LiveId" clId="{7575D443-0738-4A9C-8581-0F40110DC7EF}" dt="2025-11-14T08:52:06.212" v="15" actId="1076"/>
          <ac:spMkLst>
            <pc:docMk/>
            <pc:sldMk cId="0" sldId="256"/>
            <ac:spMk id="12" creationId="{941A1CC6-28EE-B6B9-DCD6-5291CA5B01A6}"/>
          </ac:spMkLst>
        </pc:spChg>
        <pc:spChg chg="mod">
          <ac:chgData name="동균 유" userId="5b440d0c5caf5392" providerId="LiveId" clId="{7575D443-0738-4A9C-8581-0F40110DC7EF}" dt="2025-11-14T08:52:17.005" v="18" actId="1076"/>
          <ac:spMkLst>
            <pc:docMk/>
            <pc:sldMk cId="0" sldId="256"/>
            <ac:spMk id="13" creationId="{CD0D633C-75F8-D0F0-251E-9DD710E453EA}"/>
          </ac:spMkLst>
        </pc:spChg>
        <pc:spChg chg="mod">
          <ac:chgData name="동균 유" userId="5b440d0c5caf5392" providerId="LiveId" clId="{7575D443-0738-4A9C-8581-0F40110DC7EF}" dt="2025-11-14T08:52:08.520" v="16" actId="1076"/>
          <ac:spMkLst>
            <pc:docMk/>
            <pc:sldMk cId="0" sldId="256"/>
            <ac:spMk id="16" creationId="{9B43892C-5E08-FB94-39C9-B7FE0A6DD7EA}"/>
          </ac:spMkLst>
        </pc:spChg>
        <pc:spChg chg="mod">
          <ac:chgData name="동균 유" userId="5b440d0c5caf5392" providerId="LiveId" clId="{7575D443-0738-4A9C-8581-0F40110DC7EF}" dt="2025-11-14T08:52:19.845" v="19" actId="1076"/>
          <ac:spMkLst>
            <pc:docMk/>
            <pc:sldMk cId="0" sldId="256"/>
            <ac:spMk id="17" creationId="{C3BFEFB1-46C3-DB4D-DEDE-257D8747C7EE}"/>
          </ac:spMkLst>
        </pc:spChg>
        <pc:grpChg chg="mod">
          <ac:chgData name="동균 유" userId="5b440d0c5caf5392" providerId="LiveId" clId="{7575D443-0738-4A9C-8581-0F40110DC7EF}" dt="2025-11-14T08:51:40.579" v="2" actId="14100"/>
          <ac:grpSpMkLst>
            <pc:docMk/>
            <pc:sldMk cId="0" sldId="256"/>
            <ac:grpSpMk id="2" creationId="{00000000-0000-0000-0000-000000000000}"/>
          </ac:grpSpMkLst>
        </pc:grpChg>
      </pc:sldChg>
      <pc:sldChg chg="addSp delSp modSp mod">
        <pc:chgData name="동균 유" userId="5b440d0c5caf5392" providerId="LiveId" clId="{7575D443-0738-4A9C-8581-0F40110DC7EF}" dt="2025-11-16T14:16:27.741" v="1590"/>
        <pc:sldMkLst>
          <pc:docMk/>
          <pc:sldMk cId="0" sldId="257"/>
        </pc:sldMkLst>
        <pc:spChg chg="mod">
          <ac:chgData name="동균 유" userId="5b440d0c5caf5392" providerId="LiveId" clId="{7575D443-0738-4A9C-8581-0F40110DC7EF}" dt="2025-11-14T08:53:31.226" v="73"/>
          <ac:spMkLst>
            <pc:docMk/>
            <pc:sldMk cId="0" sldId="257"/>
            <ac:spMk id="6" creationId="{F4E3857B-5065-C3BC-2992-781F983EFA81}"/>
          </ac:spMkLst>
        </pc:spChg>
        <pc:spChg chg="mod">
          <ac:chgData name="동균 유" userId="5b440d0c5caf5392" providerId="LiveId" clId="{7575D443-0738-4A9C-8581-0F40110DC7EF}" dt="2025-11-14T08:53:31.226" v="73"/>
          <ac:spMkLst>
            <pc:docMk/>
            <pc:sldMk cId="0" sldId="257"/>
            <ac:spMk id="7" creationId="{F48E6454-743A-F0E3-EBBB-DC60221CDE31}"/>
          </ac:spMkLst>
        </pc:spChg>
        <pc:spChg chg="mod">
          <ac:chgData name="동균 유" userId="5b440d0c5caf5392" providerId="LiveId" clId="{7575D443-0738-4A9C-8581-0F40110DC7EF}" dt="2025-11-16T13:03:15.875" v="231" actId="20577"/>
          <ac:spMkLst>
            <pc:docMk/>
            <pc:sldMk cId="0" sldId="257"/>
            <ac:spMk id="26" creationId="{21633320-9E08-D5A1-CBB5-F4722686E9E0}"/>
          </ac:spMkLst>
        </pc:spChg>
        <pc:spChg chg="mod">
          <ac:chgData name="동균 유" userId="5b440d0c5caf5392" providerId="LiveId" clId="{7575D443-0738-4A9C-8581-0F40110DC7EF}" dt="2025-11-16T13:11:54.226" v="249" actId="20577"/>
          <ac:spMkLst>
            <pc:docMk/>
            <pc:sldMk cId="0" sldId="257"/>
            <ac:spMk id="27" creationId="{B55AE801-93CD-CC07-B5F6-6794A4D9D858}"/>
          </ac:spMkLst>
        </pc:spChg>
        <pc:spChg chg="mod">
          <ac:chgData name="동균 유" userId="5b440d0c5caf5392" providerId="LiveId" clId="{7575D443-0738-4A9C-8581-0F40110DC7EF}" dt="2025-11-16T14:16:27.741" v="1590"/>
          <ac:spMkLst>
            <pc:docMk/>
            <pc:sldMk cId="0" sldId="257"/>
            <ac:spMk id="28" creationId="{D726792D-A802-CF54-4667-B440509AA7DE}"/>
          </ac:spMkLst>
        </pc:spChg>
        <pc:spChg chg="mod">
          <ac:chgData name="동균 유" userId="5b440d0c5caf5392" providerId="LiveId" clId="{7575D443-0738-4A9C-8581-0F40110DC7EF}" dt="2025-11-15T12:48:55.914" v="155"/>
          <ac:spMkLst>
            <pc:docMk/>
            <pc:sldMk cId="0" sldId="257"/>
            <ac:spMk id="29" creationId="{C1D597E7-6989-B1FD-71B6-CB6F04D01ED6}"/>
          </ac:spMkLst>
        </pc:spChg>
        <pc:grpChg chg="add mod">
          <ac:chgData name="동균 유" userId="5b440d0c5caf5392" providerId="LiveId" clId="{7575D443-0738-4A9C-8581-0F40110DC7EF}" dt="2025-11-14T08:53:31.226" v="73"/>
          <ac:grpSpMkLst>
            <pc:docMk/>
            <pc:sldMk cId="0" sldId="257"/>
            <ac:grpSpMk id="5" creationId="{3C632D15-4A56-30F0-479C-3E24FE212764}"/>
          </ac:grpSpMkLst>
        </pc:grpChg>
      </pc:sldChg>
      <pc:sldChg chg="addSp delSp modSp mod">
        <pc:chgData name="동균 유" userId="5b440d0c5caf5392" providerId="LiveId" clId="{7575D443-0738-4A9C-8581-0F40110DC7EF}" dt="2025-11-16T14:01:56.978" v="1256" actId="14100"/>
        <pc:sldMkLst>
          <pc:docMk/>
          <pc:sldMk cId="0" sldId="259"/>
        </pc:sldMkLst>
        <pc:spChg chg="mod">
          <ac:chgData name="동균 유" userId="5b440d0c5caf5392" providerId="LiveId" clId="{7575D443-0738-4A9C-8581-0F40110DC7EF}" dt="2025-11-16T13:20:38.550" v="716"/>
          <ac:spMkLst>
            <pc:docMk/>
            <pc:sldMk cId="0" sldId="259"/>
            <ac:spMk id="8" creationId="{84677B58-A668-43B4-D71C-0194E0141888}"/>
          </ac:spMkLst>
        </pc:spChg>
        <pc:spChg chg="mod">
          <ac:chgData name="동균 유" userId="5b440d0c5caf5392" providerId="LiveId" clId="{7575D443-0738-4A9C-8581-0F40110DC7EF}" dt="2025-11-16T13:20:38.550" v="716"/>
          <ac:spMkLst>
            <pc:docMk/>
            <pc:sldMk cId="0" sldId="259"/>
            <ac:spMk id="9" creationId="{2815EF30-4FCC-0D31-EE51-4E75B523BF82}"/>
          </ac:spMkLst>
        </pc:spChg>
        <pc:spChg chg="add del mod">
          <ac:chgData name="동균 유" userId="5b440d0c5caf5392" providerId="LiveId" clId="{7575D443-0738-4A9C-8581-0F40110DC7EF}" dt="2025-11-16T13:55:14.502" v="1108" actId="767"/>
          <ac:spMkLst>
            <pc:docMk/>
            <pc:sldMk cId="0" sldId="259"/>
            <ac:spMk id="12" creationId="{164E0EC8-C3BF-785A-7101-B060D6317429}"/>
          </ac:spMkLst>
        </pc:spChg>
        <pc:spChg chg="add del mod">
          <ac:chgData name="동균 유" userId="5b440d0c5caf5392" providerId="LiveId" clId="{7575D443-0738-4A9C-8581-0F40110DC7EF}" dt="2025-11-16T14:01:46.249" v="1254" actId="404"/>
          <ac:spMkLst>
            <pc:docMk/>
            <pc:sldMk cId="0" sldId="259"/>
            <ac:spMk id="14" creationId="{06B9CC36-98F5-2F08-F9AC-BCF3AFDBAAF2}"/>
          </ac:spMkLst>
        </pc:spChg>
        <pc:grpChg chg="del">
          <ac:chgData name="동균 유" userId="5b440d0c5caf5392" providerId="LiveId" clId="{7575D443-0738-4A9C-8581-0F40110DC7EF}" dt="2025-11-16T13:20:34.091" v="715" actId="478"/>
          <ac:grpSpMkLst>
            <pc:docMk/>
            <pc:sldMk cId="0" sldId="259"/>
            <ac:grpSpMk id="2" creationId="{00000000-0000-0000-0000-000000000000}"/>
          </ac:grpSpMkLst>
        </pc:grpChg>
        <pc:grpChg chg="add mod">
          <ac:chgData name="동균 유" userId="5b440d0c5caf5392" providerId="LiveId" clId="{7575D443-0738-4A9C-8581-0F40110DC7EF}" dt="2025-11-16T13:20:38.550" v="716"/>
          <ac:grpSpMkLst>
            <pc:docMk/>
            <pc:sldMk cId="0" sldId="259"/>
            <ac:grpSpMk id="5" creationId="{33E0D2CD-7476-DECC-B7C3-71438F69A5B7}"/>
          </ac:grpSpMkLst>
        </pc:grpChg>
        <pc:graphicFrameChg chg="add del mod modGraphic">
          <ac:chgData name="동균 유" userId="5b440d0c5caf5392" providerId="LiveId" clId="{7575D443-0738-4A9C-8581-0F40110DC7EF}" dt="2025-11-16T13:32:05.115" v="1090" actId="26606"/>
          <ac:graphicFrameMkLst>
            <pc:docMk/>
            <pc:sldMk cId="0" sldId="259"/>
            <ac:graphicFrameMk id="16" creationId="{8A803986-670B-E008-BD0B-582AF13D3DDB}"/>
          </ac:graphicFrameMkLst>
        </pc:graphicFrameChg>
        <pc:picChg chg="add mod modCrop">
          <ac:chgData name="동균 유" userId="5b440d0c5caf5392" providerId="LiveId" clId="{7575D443-0738-4A9C-8581-0F40110DC7EF}" dt="2025-11-16T14:01:54.432" v="1255" actId="14100"/>
          <ac:picMkLst>
            <pc:docMk/>
            <pc:sldMk cId="0" sldId="259"/>
            <ac:picMk id="11" creationId="{9E5B4C1C-8B0F-68DE-3336-B2153B06BD4F}"/>
          </ac:picMkLst>
        </pc:picChg>
        <pc:picChg chg="add mod ord modCrop">
          <ac:chgData name="동균 유" userId="5b440d0c5caf5392" providerId="LiveId" clId="{7575D443-0738-4A9C-8581-0F40110DC7EF}" dt="2025-11-16T14:01:56.978" v="1256" actId="14100"/>
          <ac:picMkLst>
            <pc:docMk/>
            <pc:sldMk cId="0" sldId="259"/>
            <ac:picMk id="15" creationId="{8BE4E4AD-6C25-14FC-A026-26DF58D2F9CD}"/>
          </ac:picMkLst>
        </pc:picChg>
        <pc:picChg chg="del">
          <ac:chgData name="동균 유" userId="5b440d0c5caf5392" providerId="LiveId" clId="{7575D443-0738-4A9C-8581-0F40110DC7EF}" dt="2025-11-16T13:23:21.863" v="1054" actId="478"/>
          <ac:picMkLst>
            <pc:docMk/>
            <pc:sldMk cId="0" sldId="259"/>
            <ac:picMk id="22" creationId="{5BA335CC-40C6-C59D-3498-2FDA35F93148}"/>
          </ac:picMkLst>
        </pc:picChg>
        <pc:picChg chg="del">
          <ac:chgData name="동균 유" userId="5b440d0c5caf5392" providerId="LiveId" clId="{7575D443-0738-4A9C-8581-0F40110DC7EF}" dt="2025-11-16T13:23:20.981" v="1053" actId="478"/>
          <ac:picMkLst>
            <pc:docMk/>
            <pc:sldMk cId="0" sldId="259"/>
            <ac:picMk id="24" creationId="{8DA1D047-9786-9B49-A348-BDD42AFE73E8}"/>
          </ac:picMkLst>
        </pc:picChg>
      </pc:sldChg>
      <pc:sldChg chg="addSp delSp modSp mod">
        <pc:chgData name="동균 유" userId="5b440d0c5caf5392" providerId="LiveId" clId="{7575D443-0738-4A9C-8581-0F40110DC7EF}" dt="2025-11-16T14:18:16.519" v="1647"/>
        <pc:sldMkLst>
          <pc:docMk/>
          <pc:sldMk cId="0" sldId="260"/>
        </pc:sldMkLst>
        <pc:spChg chg="del topLvl">
          <ac:chgData name="동균 유" userId="5b440d0c5caf5392" providerId="LiveId" clId="{7575D443-0738-4A9C-8581-0F40110DC7EF}" dt="2025-11-16T14:18:08.005" v="1644" actId="478"/>
          <ac:spMkLst>
            <pc:docMk/>
            <pc:sldMk cId="0" sldId="260"/>
            <ac:spMk id="3" creationId="{00000000-0000-0000-0000-000000000000}"/>
          </ac:spMkLst>
        </pc:spChg>
        <pc:spChg chg="topLvl">
          <ac:chgData name="동균 유" userId="5b440d0c5caf5392" providerId="LiveId" clId="{7575D443-0738-4A9C-8581-0F40110DC7EF}" dt="2025-11-16T14:18:08.005" v="1644" actId="478"/>
          <ac:spMkLst>
            <pc:docMk/>
            <pc:sldMk cId="0" sldId="260"/>
            <ac:spMk id="4" creationId="{00000000-0000-0000-0000-000000000000}"/>
          </ac:spMkLst>
        </pc:spChg>
        <pc:spChg chg="mod">
          <ac:chgData name="동균 유" userId="5b440d0c5caf5392" providerId="LiveId" clId="{7575D443-0738-4A9C-8581-0F40110DC7EF}" dt="2025-11-16T14:18:16.519" v="1647"/>
          <ac:spMkLst>
            <pc:docMk/>
            <pc:sldMk cId="0" sldId="260"/>
            <ac:spMk id="8" creationId="{EE2B3BC2-BC0C-77B2-D509-23E84E98689E}"/>
          </ac:spMkLst>
        </pc:spChg>
        <pc:spChg chg="mod">
          <ac:chgData name="동균 유" userId="5b440d0c5caf5392" providerId="LiveId" clId="{7575D443-0738-4A9C-8581-0F40110DC7EF}" dt="2025-11-16T14:18:16.519" v="1647"/>
          <ac:spMkLst>
            <pc:docMk/>
            <pc:sldMk cId="0" sldId="260"/>
            <ac:spMk id="9" creationId="{C60389D2-0493-412C-112C-4AE6BD178AAE}"/>
          </ac:spMkLst>
        </pc:spChg>
        <pc:spChg chg="mod">
          <ac:chgData name="동균 유" userId="5b440d0c5caf5392" providerId="LiveId" clId="{7575D443-0738-4A9C-8581-0F40110DC7EF}" dt="2025-11-16T14:17:07.208" v="1603"/>
          <ac:spMkLst>
            <pc:docMk/>
            <pc:sldMk cId="0" sldId="260"/>
            <ac:spMk id="13" creationId="{00000000-0000-0000-0000-000000000000}"/>
          </ac:spMkLst>
        </pc:spChg>
        <pc:spChg chg="mod">
          <ac:chgData name="동균 유" userId="5b440d0c5caf5392" providerId="LiveId" clId="{7575D443-0738-4A9C-8581-0F40110DC7EF}" dt="2025-11-16T14:17:15.442" v="1622" actId="20577"/>
          <ac:spMkLst>
            <pc:docMk/>
            <pc:sldMk cId="0" sldId="260"/>
            <ac:spMk id="18" creationId="{F3D16B1A-8FFE-02A6-F04C-79A4C1F69204}"/>
          </ac:spMkLst>
        </pc:spChg>
        <pc:spChg chg="del">
          <ac:chgData name="동균 유" userId="5b440d0c5caf5392" providerId="LiveId" clId="{7575D443-0738-4A9C-8581-0F40110DC7EF}" dt="2025-11-16T14:17:22.576" v="1628" actId="478"/>
          <ac:spMkLst>
            <pc:docMk/>
            <pc:sldMk cId="0" sldId="260"/>
            <ac:spMk id="20" creationId="{87257B65-40AD-FB0D-3A34-4F4302DCE5D8}"/>
          </ac:spMkLst>
        </pc:spChg>
        <pc:spChg chg="del">
          <ac:chgData name="동균 유" userId="5b440d0c5caf5392" providerId="LiveId" clId="{7575D443-0738-4A9C-8581-0F40110DC7EF}" dt="2025-11-16T14:17:20.807" v="1626" actId="478"/>
          <ac:spMkLst>
            <pc:docMk/>
            <pc:sldMk cId="0" sldId="260"/>
            <ac:spMk id="21" creationId="{06226B32-5E29-5377-8D8A-0F8C2DADDA6B}"/>
          </ac:spMkLst>
        </pc:spChg>
        <pc:spChg chg="del mod">
          <ac:chgData name="동균 유" userId="5b440d0c5caf5392" providerId="LiveId" clId="{7575D443-0738-4A9C-8581-0F40110DC7EF}" dt="2025-11-16T14:17:24.792" v="1630" actId="478"/>
          <ac:spMkLst>
            <pc:docMk/>
            <pc:sldMk cId="0" sldId="260"/>
            <ac:spMk id="24" creationId="{5777440C-0C71-E3DF-A388-4F9C1239BC0B}"/>
          </ac:spMkLst>
        </pc:spChg>
        <pc:grpChg chg="del mod">
          <ac:chgData name="동균 유" userId="5b440d0c5caf5392" providerId="LiveId" clId="{7575D443-0738-4A9C-8581-0F40110DC7EF}" dt="2025-11-16T14:18:08.005" v="1644" actId="478"/>
          <ac:grpSpMkLst>
            <pc:docMk/>
            <pc:sldMk cId="0" sldId="260"/>
            <ac:grpSpMk id="2" creationId="{00000000-0000-0000-0000-000000000000}"/>
          </ac:grpSpMkLst>
        </pc:grpChg>
        <pc:grpChg chg="add mod">
          <ac:chgData name="동균 유" userId="5b440d0c5caf5392" providerId="LiveId" clId="{7575D443-0738-4A9C-8581-0F40110DC7EF}" dt="2025-11-16T14:18:16.519" v="1647"/>
          <ac:grpSpMkLst>
            <pc:docMk/>
            <pc:sldMk cId="0" sldId="260"/>
            <ac:grpSpMk id="7" creationId="{56988AE5-01B4-E30B-C53F-746FE5C194C9}"/>
          </ac:grpSpMkLst>
        </pc:grpChg>
        <pc:picChg chg="add mod modCrop">
          <ac:chgData name="동균 유" userId="5b440d0c5caf5392" providerId="LiveId" clId="{7575D443-0738-4A9C-8581-0F40110DC7EF}" dt="2025-11-16T14:18:05.941" v="1642" actId="1076"/>
          <ac:picMkLst>
            <pc:docMk/>
            <pc:sldMk cId="0" sldId="260"/>
            <ac:picMk id="6" creationId="{2CD94702-3F91-7059-9DB9-0AE42245918E}"/>
          </ac:picMkLst>
        </pc:picChg>
        <pc:picChg chg="del">
          <ac:chgData name="동균 유" userId="5b440d0c5caf5392" providerId="LiveId" clId="{7575D443-0738-4A9C-8581-0F40110DC7EF}" dt="2025-11-16T14:17:17.169" v="1623" actId="478"/>
          <ac:picMkLst>
            <pc:docMk/>
            <pc:sldMk cId="0" sldId="260"/>
            <ac:picMk id="17" creationId="{F59864C2-DE93-E385-79D6-7CF5A5B7BC83}"/>
          </ac:picMkLst>
        </pc:picChg>
        <pc:picChg chg="del">
          <ac:chgData name="동균 유" userId="5b440d0c5caf5392" providerId="LiveId" clId="{7575D443-0738-4A9C-8581-0F40110DC7EF}" dt="2025-11-16T14:17:21.669" v="1627" actId="478"/>
          <ac:picMkLst>
            <pc:docMk/>
            <pc:sldMk cId="0" sldId="260"/>
            <ac:picMk id="19" creationId="{9E1118D1-24A9-D754-E193-C838197E203F}"/>
          </ac:picMkLst>
        </pc:picChg>
        <pc:picChg chg="del">
          <ac:chgData name="동균 유" userId="5b440d0c5caf5392" providerId="LiveId" clId="{7575D443-0738-4A9C-8581-0F40110DC7EF}" dt="2025-11-16T14:17:25.841" v="1631" actId="478"/>
          <ac:picMkLst>
            <pc:docMk/>
            <pc:sldMk cId="0" sldId="260"/>
            <ac:picMk id="28" creationId="{083C94FC-B7A1-BFE6-F1CC-E1A2B526C6BC}"/>
          </ac:picMkLst>
        </pc:picChg>
        <pc:picChg chg="del mod">
          <ac:chgData name="동균 유" userId="5b440d0c5caf5392" providerId="LiveId" clId="{7575D443-0738-4A9C-8581-0F40110DC7EF}" dt="2025-11-16T14:17:18.524" v="1625" actId="478"/>
          <ac:picMkLst>
            <pc:docMk/>
            <pc:sldMk cId="0" sldId="260"/>
            <ac:picMk id="30" creationId="{454EBD92-F4CC-C463-5342-4A0BE268C6C0}"/>
          </ac:picMkLst>
        </pc:picChg>
      </pc:sldChg>
      <pc:sldChg chg="addSp delSp modSp mod">
        <pc:chgData name="동균 유" userId="5b440d0c5caf5392" providerId="LiveId" clId="{7575D443-0738-4A9C-8581-0F40110DC7EF}" dt="2025-11-16T14:18:14.004" v="1646"/>
        <pc:sldMkLst>
          <pc:docMk/>
          <pc:sldMk cId="1989610839" sldId="295"/>
        </pc:sldMkLst>
        <pc:spChg chg="add del">
          <ac:chgData name="동균 유" userId="5b440d0c5caf5392" providerId="LiveId" clId="{7575D443-0738-4A9C-8581-0F40110DC7EF}" dt="2025-11-16T14:04:59.979" v="1291" actId="478"/>
          <ac:spMkLst>
            <pc:docMk/>
            <pc:sldMk cId="1989610839" sldId="295"/>
            <ac:spMk id="6" creationId="{030A91A1-1975-6E12-1C49-1E5D3819A3E1}"/>
          </ac:spMkLst>
        </pc:spChg>
        <pc:spChg chg="add del">
          <ac:chgData name="동균 유" userId="5b440d0c5caf5392" providerId="LiveId" clId="{7575D443-0738-4A9C-8581-0F40110DC7EF}" dt="2025-11-16T14:04:59.979" v="1291" actId="478"/>
          <ac:spMkLst>
            <pc:docMk/>
            <pc:sldMk cId="1989610839" sldId="295"/>
            <ac:spMk id="7" creationId="{DCA1DC6D-1FAF-FE6B-4440-AB1787662129}"/>
          </ac:spMkLst>
        </pc:spChg>
        <pc:spChg chg="mod">
          <ac:chgData name="동균 유" userId="5b440d0c5caf5392" providerId="LiveId" clId="{7575D443-0738-4A9C-8581-0F40110DC7EF}" dt="2025-11-16T14:05:08.960" v="1306" actId="20577"/>
          <ac:spMkLst>
            <pc:docMk/>
            <pc:sldMk cId="1989610839" sldId="295"/>
            <ac:spMk id="9" creationId="{63236BC6-CF1F-CC2A-6926-3D00C84312F6}"/>
          </ac:spMkLst>
        </pc:spChg>
        <pc:spChg chg="mod">
          <ac:chgData name="동균 유" userId="5b440d0c5caf5392" providerId="LiveId" clId="{7575D443-0738-4A9C-8581-0F40110DC7EF}" dt="2025-11-16T14:03:32.804" v="1259"/>
          <ac:spMkLst>
            <pc:docMk/>
            <pc:sldMk cId="1989610839" sldId="295"/>
            <ac:spMk id="11" creationId="{1A2AF004-694F-0CAB-88A6-9A7C0DAF4594}"/>
          </ac:spMkLst>
        </pc:spChg>
        <pc:spChg chg="mod">
          <ac:chgData name="동균 유" userId="5b440d0c5caf5392" providerId="LiveId" clId="{7575D443-0738-4A9C-8581-0F40110DC7EF}" dt="2025-11-16T14:03:54.274" v="1263"/>
          <ac:spMkLst>
            <pc:docMk/>
            <pc:sldMk cId="1989610839" sldId="295"/>
            <ac:spMk id="13" creationId="{62F336CF-A734-4F0C-8100-9F12B792BABB}"/>
          </ac:spMkLst>
        </pc:spChg>
        <pc:spChg chg="add del mod">
          <ac:chgData name="동균 유" userId="5b440d0c5caf5392" providerId="LiveId" clId="{7575D443-0738-4A9C-8581-0F40110DC7EF}" dt="2025-11-16T14:11:16.673" v="1423" actId="1076"/>
          <ac:spMkLst>
            <pc:docMk/>
            <pc:sldMk cId="1989610839" sldId="295"/>
            <ac:spMk id="14" creationId="{C3A80CE8-8B80-7636-EE75-42B1D17B777E}"/>
          </ac:spMkLst>
        </pc:spChg>
        <pc:spChg chg="mod">
          <ac:chgData name="동균 유" userId="5b440d0c5caf5392" providerId="LiveId" clId="{7575D443-0738-4A9C-8581-0F40110DC7EF}" dt="2025-11-16T14:03:54.274" v="1263"/>
          <ac:spMkLst>
            <pc:docMk/>
            <pc:sldMk cId="1989610839" sldId="295"/>
            <ac:spMk id="15" creationId="{E5724F73-41AA-CCB3-14DE-FA278226DC19}"/>
          </ac:spMkLst>
        </pc:spChg>
        <pc:spChg chg="mod">
          <ac:chgData name="동균 유" userId="5b440d0c5caf5392" providerId="LiveId" clId="{7575D443-0738-4A9C-8581-0F40110DC7EF}" dt="2025-11-16T14:03:59.209" v="1265"/>
          <ac:spMkLst>
            <pc:docMk/>
            <pc:sldMk cId="1989610839" sldId="295"/>
            <ac:spMk id="17" creationId="{C500D507-E72A-8AAE-318F-B27429FE3FBB}"/>
          </ac:spMkLst>
        </pc:spChg>
        <pc:spChg chg="mod">
          <ac:chgData name="동균 유" userId="5b440d0c5caf5392" providerId="LiveId" clId="{7575D443-0738-4A9C-8581-0F40110DC7EF}" dt="2025-11-16T14:03:59.209" v="1265"/>
          <ac:spMkLst>
            <pc:docMk/>
            <pc:sldMk cId="1989610839" sldId="295"/>
            <ac:spMk id="18" creationId="{EEA23E15-972C-4B9C-E9B4-A071F0DD54FF}"/>
          </ac:spMkLst>
        </pc:spChg>
        <pc:spChg chg="mod">
          <ac:chgData name="동균 유" userId="5b440d0c5caf5392" providerId="LiveId" clId="{7575D443-0738-4A9C-8581-0F40110DC7EF}" dt="2025-11-16T14:08:28.795" v="1382"/>
          <ac:spMkLst>
            <pc:docMk/>
            <pc:sldMk cId="1989610839" sldId="295"/>
            <ac:spMk id="20" creationId="{EC8F503E-7430-C652-CC06-47514EA90187}"/>
          </ac:spMkLst>
        </pc:spChg>
        <pc:spChg chg="mod">
          <ac:chgData name="동균 유" userId="5b440d0c5caf5392" providerId="LiveId" clId="{7575D443-0738-4A9C-8581-0F40110DC7EF}" dt="2025-11-16T14:08:28.795" v="1382"/>
          <ac:spMkLst>
            <pc:docMk/>
            <pc:sldMk cId="1989610839" sldId="295"/>
            <ac:spMk id="21" creationId="{C15D16D7-D0F1-EF2B-06AB-997B99C295E4}"/>
          </ac:spMkLst>
        </pc:spChg>
        <pc:spChg chg="mod">
          <ac:chgData name="동균 유" userId="5b440d0c5caf5392" providerId="LiveId" clId="{7575D443-0738-4A9C-8581-0F40110DC7EF}" dt="2025-11-16T14:09:32.144" v="1400"/>
          <ac:spMkLst>
            <pc:docMk/>
            <pc:sldMk cId="1989610839" sldId="295"/>
            <ac:spMk id="23" creationId="{E569F163-2D11-FF06-B488-FDEDCF4776F7}"/>
          </ac:spMkLst>
        </pc:spChg>
        <pc:spChg chg="mod">
          <ac:chgData name="동균 유" userId="5b440d0c5caf5392" providerId="LiveId" clId="{7575D443-0738-4A9C-8581-0F40110DC7EF}" dt="2025-11-16T14:09:32.144" v="1400"/>
          <ac:spMkLst>
            <pc:docMk/>
            <pc:sldMk cId="1989610839" sldId="295"/>
            <ac:spMk id="24" creationId="{69FF249B-033E-CC10-9254-984D96706F12}"/>
          </ac:spMkLst>
        </pc:spChg>
        <pc:spChg chg="mod">
          <ac:chgData name="동균 유" userId="5b440d0c5caf5392" providerId="LiveId" clId="{7575D443-0738-4A9C-8581-0F40110DC7EF}" dt="2025-11-16T14:09:36.041" v="1403"/>
          <ac:spMkLst>
            <pc:docMk/>
            <pc:sldMk cId="1989610839" sldId="295"/>
            <ac:spMk id="26" creationId="{806D8B24-7ED7-7C96-D5CA-CF3320DF9C92}"/>
          </ac:spMkLst>
        </pc:spChg>
        <pc:spChg chg="mod">
          <ac:chgData name="동균 유" userId="5b440d0c5caf5392" providerId="LiveId" clId="{7575D443-0738-4A9C-8581-0F40110DC7EF}" dt="2025-11-16T14:09:36.041" v="1403"/>
          <ac:spMkLst>
            <pc:docMk/>
            <pc:sldMk cId="1989610839" sldId="295"/>
            <ac:spMk id="27" creationId="{ADC40B60-18A7-9975-6876-769C1D7ED0ED}"/>
          </ac:spMkLst>
        </pc:spChg>
        <pc:spChg chg="mod">
          <ac:chgData name="동균 유" userId="5b440d0c5caf5392" providerId="LiveId" clId="{7575D443-0738-4A9C-8581-0F40110DC7EF}" dt="2025-11-16T14:09:44.463" v="1405"/>
          <ac:spMkLst>
            <pc:docMk/>
            <pc:sldMk cId="1989610839" sldId="295"/>
            <ac:spMk id="29" creationId="{DEAFF249-B9EE-037A-8509-95E9279EE266}"/>
          </ac:spMkLst>
        </pc:spChg>
        <pc:spChg chg="mod">
          <ac:chgData name="동균 유" userId="5b440d0c5caf5392" providerId="LiveId" clId="{7575D443-0738-4A9C-8581-0F40110DC7EF}" dt="2025-11-16T14:09:44.463" v="1405"/>
          <ac:spMkLst>
            <pc:docMk/>
            <pc:sldMk cId="1989610839" sldId="295"/>
            <ac:spMk id="30" creationId="{BED6BD44-D0A7-38E1-F0E8-E59003A10D5F}"/>
          </ac:spMkLst>
        </pc:spChg>
        <pc:spChg chg="add del mod">
          <ac:chgData name="동균 유" userId="5b440d0c5caf5392" providerId="LiveId" clId="{7575D443-0738-4A9C-8581-0F40110DC7EF}" dt="2025-11-16T14:11:19.138" v="1424" actId="478"/>
          <ac:spMkLst>
            <pc:docMk/>
            <pc:sldMk cId="1989610839" sldId="295"/>
            <ac:spMk id="31" creationId="{BA8E19F1-7481-077E-B4B6-3C8D0508B4AC}"/>
          </ac:spMkLst>
        </pc:spChg>
        <pc:spChg chg="add del mod">
          <ac:chgData name="동균 유" userId="5b440d0c5caf5392" providerId="LiveId" clId="{7575D443-0738-4A9C-8581-0F40110DC7EF}" dt="2025-11-16T14:11:21.744" v="1426" actId="478"/>
          <ac:spMkLst>
            <pc:docMk/>
            <pc:sldMk cId="1989610839" sldId="295"/>
            <ac:spMk id="32" creationId="{9C60F25C-7970-B187-4149-BE7826BE5DA8}"/>
          </ac:spMkLst>
        </pc:spChg>
        <pc:spChg chg="add del mod">
          <ac:chgData name="동균 유" userId="5b440d0c5caf5392" providerId="LiveId" clId="{7575D443-0738-4A9C-8581-0F40110DC7EF}" dt="2025-11-16T14:11:22.972" v="1427" actId="478"/>
          <ac:spMkLst>
            <pc:docMk/>
            <pc:sldMk cId="1989610839" sldId="295"/>
            <ac:spMk id="33" creationId="{752F15DD-9C6D-F3A3-8EB6-ABB3AA77FFF3}"/>
          </ac:spMkLst>
        </pc:spChg>
        <pc:spChg chg="add mod ord">
          <ac:chgData name="동균 유" userId="5b440d0c5caf5392" providerId="LiveId" clId="{7575D443-0738-4A9C-8581-0F40110DC7EF}" dt="2025-11-16T14:13:17.387" v="1542" actId="167"/>
          <ac:spMkLst>
            <pc:docMk/>
            <pc:sldMk cId="1989610839" sldId="295"/>
            <ac:spMk id="34" creationId="{B478F1A3-36EB-7373-7AE9-6900C297AEFE}"/>
          </ac:spMkLst>
        </pc:spChg>
        <pc:spChg chg="add mod ord">
          <ac:chgData name="동균 유" userId="5b440d0c5caf5392" providerId="LiveId" clId="{7575D443-0738-4A9C-8581-0F40110DC7EF}" dt="2025-11-16T14:13:39.811" v="1548" actId="167"/>
          <ac:spMkLst>
            <pc:docMk/>
            <pc:sldMk cId="1989610839" sldId="295"/>
            <ac:spMk id="35" creationId="{CC6FBE56-BDCD-C56B-6FA4-E713C33930BE}"/>
          </ac:spMkLst>
        </pc:spChg>
        <pc:spChg chg="add mod ord">
          <ac:chgData name="동균 유" userId="5b440d0c5caf5392" providerId="LiveId" clId="{7575D443-0738-4A9C-8581-0F40110DC7EF}" dt="2025-11-16T14:13:44.063" v="1549" actId="167"/>
          <ac:spMkLst>
            <pc:docMk/>
            <pc:sldMk cId="1989610839" sldId="295"/>
            <ac:spMk id="36" creationId="{64ED62FD-6341-6A67-7733-39F03C85B4AE}"/>
          </ac:spMkLst>
        </pc:spChg>
        <pc:spChg chg="add mod">
          <ac:chgData name="동균 유" userId="5b440d0c5caf5392" providerId="LiveId" clId="{7575D443-0738-4A9C-8581-0F40110DC7EF}" dt="2025-11-16T14:15:43.879" v="1571" actId="207"/>
          <ac:spMkLst>
            <pc:docMk/>
            <pc:sldMk cId="1989610839" sldId="295"/>
            <ac:spMk id="37" creationId="{B570C31D-DD26-C95F-9DC3-18559412EAA6}"/>
          </ac:spMkLst>
        </pc:spChg>
        <pc:spChg chg="add mod">
          <ac:chgData name="동균 유" userId="5b440d0c5caf5392" providerId="LiveId" clId="{7575D443-0738-4A9C-8581-0F40110DC7EF}" dt="2025-11-16T14:16:00.086" v="1577" actId="20577"/>
          <ac:spMkLst>
            <pc:docMk/>
            <pc:sldMk cId="1989610839" sldId="295"/>
            <ac:spMk id="38" creationId="{946A0A73-5920-B654-E502-60DC709A3A3A}"/>
          </ac:spMkLst>
        </pc:spChg>
        <pc:spChg chg="add mod">
          <ac:chgData name="동균 유" userId="5b440d0c5caf5392" providerId="LiveId" clId="{7575D443-0738-4A9C-8581-0F40110DC7EF}" dt="2025-11-16T14:16:03.717" v="1579" actId="20577"/>
          <ac:spMkLst>
            <pc:docMk/>
            <pc:sldMk cId="1989610839" sldId="295"/>
            <ac:spMk id="39" creationId="{48228B96-0990-413F-8AAD-A83CD01A4923}"/>
          </ac:spMkLst>
        </pc:spChg>
        <pc:spChg chg="add mod">
          <ac:chgData name="동균 유" userId="5b440d0c5caf5392" providerId="LiveId" clId="{7575D443-0738-4A9C-8581-0F40110DC7EF}" dt="2025-11-16T14:16:12.536" v="1583" actId="20577"/>
          <ac:spMkLst>
            <pc:docMk/>
            <pc:sldMk cId="1989610839" sldId="295"/>
            <ac:spMk id="40" creationId="{CBA65CAE-E75B-F03E-56E1-F7B6518E980E}"/>
          </ac:spMkLst>
        </pc:spChg>
        <pc:spChg chg="mod">
          <ac:chgData name="동균 유" userId="5b440d0c5caf5392" providerId="LiveId" clId="{7575D443-0738-4A9C-8581-0F40110DC7EF}" dt="2025-11-16T14:18:14.004" v="1646"/>
          <ac:spMkLst>
            <pc:docMk/>
            <pc:sldMk cId="1989610839" sldId="295"/>
            <ac:spMk id="42" creationId="{B1E714A3-C7EF-BADF-6035-EBACD43E8FA7}"/>
          </ac:spMkLst>
        </pc:spChg>
        <pc:spChg chg="mod">
          <ac:chgData name="동균 유" userId="5b440d0c5caf5392" providerId="LiveId" clId="{7575D443-0738-4A9C-8581-0F40110DC7EF}" dt="2025-11-16T14:18:14.004" v="1646"/>
          <ac:spMkLst>
            <pc:docMk/>
            <pc:sldMk cId="1989610839" sldId="295"/>
            <ac:spMk id="43" creationId="{71B520C1-90ED-E20F-8347-B6BCF88B4A96}"/>
          </ac:spMkLst>
        </pc:spChg>
        <pc:grpChg chg="add del">
          <ac:chgData name="동균 유" userId="5b440d0c5caf5392" providerId="LiveId" clId="{7575D443-0738-4A9C-8581-0F40110DC7EF}" dt="2025-11-16T14:18:13.756" v="1645" actId="478"/>
          <ac:grpSpMkLst>
            <pc:docMk/>
            <pc:sldMk cId="1989610839" sldId="295"/>
            <ac:grpSpMk id="2" creationId="{1F60BC12-5DEA-368C-9CD8-B89590B10D00}"/>
          </ac:grpSpMkLst>
        </pc:grpChg>
        <pc:grpChg chg="add mod">
          <ac:chgData name="동균 유" userId="5b440d0c5caf5392" providerId="LiveId" clId="{7575D443-0738-4A9C-8581-0F40110DC7EF}" dt="2025-11-16T14:10:47.185" v="1418" actId="1076"/>
          <ac:grpSpMkLst>
            <pc:docMk/>
            <pc:sldMk cId="1989610839" sldId="295"/>
            <ac:grpSpMk id="5" creationId="{7203EE71-148A-3DC5-186E-104FE4D0416E}"/>
          </ac:grpSpMkLst>
        </pc:grpChg>
        <pc:grpChg chg="add del mod">
          <ac:chgData name="동균 유" userId="5b440d0c5caf5392" providerId="LiveId" clId="{7575D443-0738-4A9C-8581-0F40110DC7EF}" dt="2025-11-16T14:09:26.886" v="1397" actId="478"/>
          <ac:grpSpMkLst>
            <pc:docMk/>
            <pc:sldMk cId="1989610839" sldId="295"/>
            <ac:grpSpMk id="12" creationId="{176AC655-44F3-8AC1-F9D8-0D4BC8349519}"/>
          </ac:grpSpMkLst>
        </pc:grpChg>
        <pc:grpChg chg="add del mod">
          <ac:chgData name="동균 유" userId="5b440d0c5caf5392" providerId="LiveId" clId="{7575D443-0738-4A9C-8581-0F40110DC7EF}" dt="2025-11-16T14:09:28.503" v="1398" actId="478"/>
          <ac:grpSpMkLst>
            <pc:docMk/>
            <pc:sldMk cId="1989610839" sldId="295"/>
            <ac:grpSpMk id="16" creationId="{2465797E-A3BC-F611-3B38-442086CF6DD8}"/>
          </ac:grpSpMkLst>
        </pc:grpChg>
        <pc:grpChg chg="add del mod">
          <ac:chgData name="동균 유" userId="5b440d0c5caf5392" providerId="LiveId" clId="{7575D443-0738-4A9C-8581-0F40110DC7EF}" dt="2025-11-16T14:09:29.832" v="1399" actId="478"/>
          <ac:grpSpMkLst>
            <pc:docMk/>
            <pc:sldMk cId="1989610839" sldId="295"/>
            <ac:grpSpMk id="19" creationId="{89908A95-142F-57F5-9870-B6828B5874DF}"/>
          </ac:grpSpMkLst>
        </pc:grpChg>
        <pc:grpChg chg="add mod">
          <ac:chgData name="동균 유" userId="5b440d0c5caf5392" providerId="LiveId" clId="{7575D443-0738-4A9C-8581-0F40110DC7EF}" dt="2025-11-16T14:10:02.196" v="1407" actId="1076"/>
          <ac:grpSpMkLst>
            <pc:docMk/>
            <pc:sldMk cId="1989610839" sldId="295"/>
            <ac:grpSpMk id="22" creationId="{C113C871-77D7-818F-13AA-1B03EDF421DE}"/>
          </ac:grpSpMkLst>
        </pc:grpChg>
        <pc:grpChg chg="add mod">
          <ac:chgData name="동균 유" userId="5b440d0c5caf5392" providerId="LiveId" clId="{7575D443-0738-4A9C-8581-0F40110DC7EF}" dt="2025-11-16T14:10:02.196" v="1407" actId="1076"/>
          <ac:grpSpMkLst>
            <pc:docMk/>
            <pc:sldMk cId="1989610839" sldId="295"/>
            <ac:grpSpMk id="25" creationId="{DB5E72FC-0261-FF37-4CB6-30F253F129FE}"/>
          </ac:grpSpMkLst>
        </pc:grpChg>
        <pc:grpChg chg="add mod">
          <ac:chgData name="동균 유" userId="5b440d0c5caf5392" providerId="LiveId" clId="{7575D443-0738-4A9C-8581-0F40110DC7EF}" dt="2025-11-16T14:10:02.196" v="1407" actId="1076"/>
          <ac:grpSpMkLst>
            <pc:docMk/>
            <pc:sldMk cId="1989610839" sldId="295"/>
            <ac:grpSpMk id="28" creationId="{EAFF6323-2005-1CCA-6A05-042DC9758D6D}"/>
          </ac:grpSpMkLst>
        </pc:grpChg>
        <pc:grpChg chg="add mod">
          <ac:chgData name="동균 유" userId="5b440d0c5caf5392" providerId="LiveId" clId="{7575D443-0738-4A9C-8581-0F40110DC7EF}" dt="2025-11-16T14:18:14.004" v="1646"/>
          <ac:grpSpMkLst>
            <pc:docMk/>
            <pc:sldMk cId="1989610839" sldId="295"/>
            <ac:grpSpMk id="41" creationId="{0573B075-4612-83A5-A6BF-CB8641C6E540}"/>
          </ac:grpSpMkLst>
        </pc:grpChg>
        <pc:picChg chg="del">
          <ac:chgData name="동균 유" userId="5b440d0c5caf5392" providerId="LiveId" clId="{7575D443-0738-4A9C-8581-0F40110DC7EF}" dt="2025-11-16T14:03:20.059" v="1258" actId="478"/>
          <ac:picMkLst>
            <pc:docMk/>
            <pc:sldMk cId="1989610839" sldId="295"/>
            <ac:picMk id="8" creationId="{19E03380-80BA-C197-753C-9A2B857C45DC}"/>
          </ac:picMkLst>
        </pc:picChg>
        <pc:picChg chg="del">
          <ac:chgData name="동균 유" userId="5b440d0c5caf5392" providerId="LiveId" clId="{7575D443-0738-4A9C-8581-0F40110DC7EF}" dt="2025-11-16T14:03:18.565" v="1257" actId="478"/>
          <ac:picMkLst>
            <pc:docMk/>
            <pc:sldMk cId="1989610839" sldId="295"/>
            <ac:picMk id="10" creationId="{1C4EBBF6-933A-D783-34B2-A002D1438E7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0481EB-0074-453D-B3D7-B18CEF01B00F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55692A-4F0B-4366-B6BF-50C20E291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012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314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err="1"/>
              <a:t>마이크로서비스로</a:t>
            </a:r>
            <a:r>
              <a:rPr lang="ko-KR" altLang="en-US"/>
              <a:t> 발전하는 플랜을 제시하는 논문의 형성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631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21DD-2E07-060A-1D98-693D6B077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42D48E-806D-183D-1051-B4E9B2B223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7077FE-C373-BE8D-0C18-C21BCA874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err="1"/>
              <a:t>마이크로서비스로</a:t>
            </a:r>
            <a:r>
              <a:rPr lang="ko-KR" altLang="en-US"/>
              <a:t> 발전하는 플랜을 제시하는 논문의 형성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5CA7F5-CC3E-13C3-9E92-50CBCA5D32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0529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285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D4532-4944-FB1C-B450-C04FDE772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DE9CE8-9EA0-619F-9725-C651AF9089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ACBE23-5B11-B6F4-32B6-B65A08859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D03E26-7933-2EF8-8F85-E693472D86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639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fi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폰트, 로고, 원, 등록 상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340B031-A102-B0AA-95E9-C122483FE2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76" y="144672"/>
            <a:ext cx="2057400" cy="205740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156960" y="3086100"/>
            <a:ext cx="16306800" cy="3052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23"/>
              </a:lnSpc>
            </a:pPr>
            <a:r>
              <a:rPr lang="ko-KR" altLang="en-US" sz="8800" spc="-103">
                <a:solidFill>
                  <a:srgbClr val="191919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강화학습 기말과제</a:t>
            </a:r>
            <a:endParaRPr lang="en-US" altLang="ko-KR" sz="8800" spc="-103">
              <a:solidFill>
                <a:srgbClr val="191919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ts val="11923"/>
              </a:lnSpc>
            </a:pPr>
            <a:r>
              <a:rPr lang="en-US" sz="10368" spc="-103">
                <a:solidFill>
                  <a:srgbClr val="191919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Transformer</a:t>
            </a: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941A1CC6-28EE-B6B9-DCD6-5291CA5B01A6}"/>
              </a:ext>
            </a:extLst>
          </p:cNvPr>
          <p:cNvSpPr txBox="1">
            <a:spLocks/>
          </p:cNvSpPr>
          <p:nvPr/>
        </p:nvSpPr>
        <p:spPr>
          <a:xfrm>
            <a:off x="1003693" y="8991550"/>
            <a:ext cx="1908460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1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학번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D0D633C-75F8-D0F0-251E-9DD710E453EA}"/>
              </a:ext>
            </a:extLst>
          </p:cNvPr>
          <p:cNvSpPr txBox="1">
            <a:spLocks/>
          </p:cNvSpPr>
          <p:nvPr/>
        </p:nvSpPr>
        <p:spPr>
          <a:xfrm>
            <a:off x="2717155" y="8991550"/>
            <a:ext cx="6593205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en-US" sz="2800" spc="-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20204077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6" name="Object 12">
            <a:extLst>
              <a:ext uri="{FF2B5EF4-FFF2-40B4-BE49-F238E27FC236}">
                <a16:creationId xmlns:a16="http://schemas.microsoft.com/office/drawing/2014/main" id="{9B43892C-5E08-FB94-39C9-B7FE0A6DD7EA}"/>
              </a:ext>
            </a:extLst>
          </p:cNvPr>
          <p:cNvSpPr txBox="1">
            <a:spLocks/>
          </p:cNvSpPr>
          <p:nvPr/>
        </p:nvSpPr>
        <p:spPr>
          <a:xfrm>
            <a:off x="1003693" y="8505546"/>
            <a:ext cx="1908460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1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성명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C3BFEFB1-46C3-DB4D-DEDE-257D8747C7EE}"/>
              </a:ext>
            </a:extLst>
          </p:cNvPr>
          <p:cNvSpPr txBox="1">
            <a:spLocks/>
          </p:cNvSpPr>
          <p:nvPr/>
        </p:nvSpPr>
        <p:spPr>
          <a:xfrm>
            <a:off x="2721637" y="8464335"/>
            <a:ext cx="6593205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유동균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9"/>
          <p:cNvSpPr txBox="1"/>
          <p:nvPr/>
        </p:nvSpPr>
        <p:spPr>
          <a:xfrm>
            <a:off x="1123950" y="944123"/>
            <a:ext cx="2186274" cy="7973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목 차</a:t>
            </a:r>
          </a:p>
        </p:txBody>
      </p:sp>
      <p:sp>
        <p:nvSpPr>
          <p:cNvPr id="20" name="AutoShape 20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18B327-1235-3C4F-B51A-AE0E3F9C5D96}"/>
              </a:ext>
            </a:extLst>
          </p:cNvPr>
          <p:cNvSpPr txBox="1"/>
          <p:nvPr/>
        </p:nvSpPr>
        <p:spPr>
          <a:xfrm>
            <a:off x="3724656" y="2496015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01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A12496-72F4-5D09-E70A-5F50B6503A51}"/>
              </a:ext>
            </a:extLst>
          </p:cNvPr>
          <p:cNvSpPr txBox="1"/>
          <p:nvPr/>
        </p:nvSpPr>
        <p:spPr>
          <a:xfrm>
            <a:off x="3733800" y="4011379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02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1CA1E9-0611-4B34-8015-C8B43774B787}"/>
              </a:ext>
            </a:extLst>
          </p:cNvPr>
          <p:cNvSpPr txBox="1"/>
          <p:nvPr/>
        </p:nvSpPr>
        <p:spPr>
          <a:xfrm>
            <a:off x="3733800" y="5608191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03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C79B0D-0404-A628-9FFD-4655E0327E0E}"/>
              </a:ext>
            </a:extLst>
          </p:cNvPr>
          <p:cNvSpPr txBox="1"/>
          <p:nvPr/>
        </p:nvSpPr>
        <p:spPr>
          <a:xfrm>
            <a:off x="3733800" y="7050238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04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6" name="Object 6">
            <a:extLst>
              <a:ext uri="{FF2B5EF4-FFF2-40B4-BE49-F238E27FC236}">
                <a16:creationId xmlns:a16="http://schemas.microsoft.com/office/drawing/2014/main" id="{21633320-9E08-D5A1-CBB5-F4722686E9E0}"/>
              </a:ext>
            </a:extLst>
          </p:cNvPr>
          <p:cNvSpPr txBox="1"/>
          <p:nvPr/>
        </p:nvSpPr>
        <p:spPr>
          <a:xfrm>
            <a:off x="6601968" y="2493774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서론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B55AE801-93CD-CC07-B5F6-6794A4D9D858}"/>
              </a:ext>
            </a:extLst>
          </p:cNvPr>
          <p:cNvSpPr txBox="1"/>
          <p:nvPr/>
        </p:nvSpPr>
        <p:spPr>
          <a:xfrm>
            <a:off x="6629400" y="4040845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본문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8" name="Object 6">
            <a:extLst>
              <a:ext uri="{FF2B5EF4-FFF2-40B4-BE49-F238E27FC236}">
                <a16:creationId xmlns:a16="http://schemas.microsoft.com/office/drawing/2014/main" id="{D726792D-A802-CF54-4667-B440509AA7DE}"/>
              </a:ext>
            </a:extLst>
          </p:cNvPr>
          <p:cNvSpPr txBox="1"/>
          <p:nvPr/>
        </p:nvSpPr>
        <p:spPr>
          <a:xfrm>
            <a:off x="6601968" y="5622841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모델 비교</a:t>
            </a:r>
            <a:r>
              <a:rPr lang="en-US" altLang="ko-KR" sz="5400">
                <a:latin typeface="윤고딕" panose="020B0600000101010101" charset="-127"/>
                <a:ea typeface="윤고딕" panose="020B0600000101010101" charset="-127"/>
              </a:rPr>
              <a:t>(Bert, GPT)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9" name="Object 6">
            <a:extLst>
              <a:ext uri="{FF2B5EF4-FFF2-40B4-BE49-F238E27FC236}">
                <a16:creationId xmlns:a16="http://schemas.microsoft.com/office/drawing/2014/main" id="{C1D597E7-6989-B1FD-71B6-CB6F04D01ED6}"/>
              </a:ext>
            </a:extLst>
          </p:cNvPr>
          <p:cNvSpPr txBox="1"/>
          <p:nvPr/>
        </p:nvSpPr>
        <p:spPr>
          <a:xfrm>
            <a:off x="6601968" y="7053376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코드 및 결론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grpSp>
        <p:nvGrpSpPr>
          <p:cNvPr id="5" name="Group 2">
            <a:extLst>
              <a:ext uri="{FF2B5EF4-FFF2-40B4-BE49-F238E27FC236}">
                <a16:creationId xmlns:a16="http://schemas.microsoft.com/office/drawing/2014/main" id="{3C632D15-4A56-30F0-479C-3E24FE212764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6" name="Freeform 3">
              <a:extLst>
                <a:ext uri="{FF2B5EF4-FFF2-40B4-BE49-F238E27FC236}">
                  <a16:creationId xmlns:a16="http://schemas.microsoft.com/office/drawing/2014/main" id="{F4E3857B-5065-C3BC-2992-781F983EFA81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F48E6454-743A-F0E3-EBBB-DC60221CDE31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텍스트, 도표, 평면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E4E4AD-6C25-14FC-A026-26DF58D2F9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81"/>
          <a:stretch>
            <a:fillRect/>
          </a:stretch>
        </p:blipFill>
        <p:spPr>
          <a:xfrm>
            <a:off x="9601200" y="5714948"/>
            <a:ext cx="7696200" cy="4293816"/>
          </a:xfrm>
          <a:prstGeom prst="rect">
            <a:avLst/>
          </a:prstGeom>
        </p:spPr>
      </p:pic>
      <p:sp>
        <p:nvSpPr>
          <p:cNvPr id="14" name="텍스트 상자 2">
            <a:extLst>
              <a:ext uri="{FF2B5EF4-FFF2-40B4-BE49-F238E27FC236}">
                <a16:creationId xmlns:a16="http://schemas.microsoft.com/office/drawing/2014/main" id="{06B9CC36-98F5-2F08-F9AC-BCF3AFDBAAF2}"/>
              </a:ext>
            </a:extLst>
          </p:cNvPr>
          <p:cNvSpPr txBox="1">
            <a:spLocks/>
          </p:cNvSpPr>
          <p:nvPr/>
        </p:nvSpPr>
        <p:spPr>
          <a:xfrm>
            <a:off x="609600" y="2313211"/>
            <a:ext cx="16859250" cy="373243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200" b="1">
                <a:latin typeface="맑은 고딕" charset="0"/>
                <a:ea typeface="맑은 고딕" charset="0"/>
              </a:rPr>
              <a:t>시퀀스 데이터에 있어 기존 </a:t>
            </a:r>
            <a:r>
              <a:rPr lang="en-US" altLang="ko-KR" sz="3200" b="1">
                <a:latin typeface="맑은 고딕" charset="0"/>
                <a:ea typeface="맑은 고딕" charset="0"/>
              </a:rPr>
              <a:t>CNN, RNN, LSTM</a:t>
            </a:r>
            <a:r>
              <a:rPr lang="ko-KR" altLang="en-US" sz="3200" b="1">
                <a:latin typeface="맑은 고딕" charset="0"/>
                <a:ea typeface="맑은 고딕" charset="0"/>
              </a:rPr>
              <a:t>은 </a:t>
            </a:r>
            <a:r>
              <a:rPr lang="ko-KR" altLang="en-US" sz="3200" b="1">
                <a:solidFill>
                  <a:schemeClr val="tx1"/>
                </a:solidFill>
                <a:latin typeface="맑은 고딕" charset="0"/>
                <a:ea typeface="맑은 고딕" charset="0"/>
              </a:rPr>
              <a:t>병렬처리</a:t>
            </a:r>
            <a:r>
              <a:rPr lang="en-US" altLang="ko-KR" sz="3200" b="1">
                <a:solidFill>
                  <a:schemeClr val="tx1"/>
                </a:solidFill>
                <a:latin typeface="맑은 고딕" charset="0"/>
                <a:ea typeface="맑은 고딕" charset="0"/>
              </a:rPr>
              <a:t>, </a:t>
            </a:r>
            <a:r>
              <a:rPr lang="ko-KR" altLang="en-US" sz="3200" b="1">
                <a:solidFill>
                  <a:schemeClr val="tx1"/>
                </a:solidFill>
                <a:latin typeface="맑은 고딕" charset="0"/>
                <a:ea typeface="맑은 고딕" charset="0"/>
              </a:rPr>
              <a:t>문맥 이해</a:t>
            </a:r>
            <a:r>
              <a:rPr lang="ko-KR" altLang="en-US" sz="3200" b="1">
                <a:latin typeface="맑은 고딕" charset="0"/>
                <a:ea typeface="맑은 고딕" charset="0"/>
              </a:rPr>
              <a:t>에 문제를 지님 </a:t>
            </a:r>
            <a:endParaRPr lang="en-US" altLang="ko-KR" sz="3200" b="1">
              <a:latin typeface="맑은 고딕" charset="0"/>
              <a:ea typeface="맑은 고딕" charset="0"/>
            </a:endParaRPr>
          </a:p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200" b="1">
                <a:latin typeface="맑은 고딕" charset="0"/>
                <a:ea typeface="맑은 고딕" charset="0"/>
              </a:rPr>
              <a:t>데이터 처리에 있어 복잡한 순환과 합성곱 신경망에 기반을 두어 해결</a:t>
            </a:r>
            <a:endParaRPr lang="en-US" altLang="ko-KR" sz="3200" b="1">
              <a:latin typeface="맑은 고딕" charset="0"/>
              <a:ea typeface="맑은 고딕" charset="0"/>
            </a:endParaRPr>
          </a:p>
          <a:p>
            <a:pPr algn="l" defTabSz="914400" rtl="0" eaLnBrk="1" latinLnBrk="0" hangingPunct="1">
              <a:lnSpc>
                <a:spcPct val="200000"/>
              </a:lnSpc>
            </a:pPr>
            <a:endParaRPr lang="en-US" altLang="ko-KR" sz="2000">
              <a:latin typeface="맑은 고딕" charset="0"/>
              <a:ea typeface="맑은 고딕" charset="0"/>
            </a:endParaRPr>
          </a:p>
          <a:p>
            <a:pPr algn="l" defTabSz="914400" rtl="0" eaLnBrk="1" latinLnBrk="0" hangingPunct="1">
              <a:lnSpc>
                <a:spcPct val="200000"/>
              </a:lnSpc>
            </a:pPr>
            <a:r>
              <a:rPr lang="en-US" altLang="ko-KR" sz="3600" b="1">
                <a:latin typeface="맑은 고딕" charset="0"/>
                <a:ea typeface="맑은 고딕" charset="0"/>
              </a:rPr>
              <a:t>=&gt; Attention</a:t>
            </a:r>
            <a:r>
              <a:rPr lang="ko-KR" altLang="en-US" sz="3600" b="1">
                <a:latin typeface="맑은 고딕" charset="0"/>
                <a:ea typeface="맑은 고딕" charset="0"/>
              </a:rPr>
              <a:t> 메커니즘과 </a:t>
            </a:r>
            <a:r>
              <a:rPr lang="en-US" altLang="ko-KR" sz="3600" b="1">
                <a:latin typeface="맑은 고딕" charset="0"/>
                <a:ea typeface="맑은 고딕" charset="0"/>
              </a:rPr>
              <a:t>Encorder, Decorder </a:t>
            </a:r>
            <a:r>
              <a:rPr lang="ko-KR" altLang="en-US" sz="3600" b="1">
                <a:latin typeface="맑은 고딕" charset="0"/>
                <a:ea typeface="맑은 고딕" charset="0"/>
              </a:rPr>
              <a:t>구조를 사용한 </a:t>
            </a:r>
            <a:r>
              <a:rPr lang="en-US" altLang="ko-KR" sz="3600" b="1">
                <a:latin typeface="맑은 고딕" charset="0"/>
                <a:ea typeface="맑은 고딕" charset="0"/>
              </a:rPr>
              <a:t>Transformer</a:t>
            </a:r>
            <a:r>
              <a:rPr lang="ko-KR" altLang="en-US" sz="3600" b="1">
                <a:latin typeface="맑은 고딕" charset="0"/>
                <a:ea typeface="맑은 고딕" charset="0"/>
              </a:rPr>
              <a:t> 제시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23950" y="944123"/>
            <a:ext cx="2186274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1.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서론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5" name="Group 2">
            <a:extLst>
              <a:ext uri="{FF2B5EF4-FFF2-40B4-BE49-F238E27FC236}">
                <a16:creationId xmlns:a16="http://schemas.microsoft.com/office/drawing/2014/main" id="{33E0D2CD-7476-DECC-B7C3-71438F69A5B7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8" name="Freeform 3">
              <a:extLst>
                <a:ext uri="{FF2B5EF4-FFF2-40B4-BE49-F238E27FC236}">
                  <a16:creationId xmlns:a16="http://schemas.microsoft.com/office/drawing/2014/main" id="{84677B58-A668-43B4-D71C-0194E0141888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4">
              <a:extLst>
                <a:ext uri="{FF2B5EF4-FFF2-40B4-BE49-F238E27FC236}">
                  <a16:creationId xmlns:a16="http://schemas.microsoft.com/office/drawing/2014/main" id="{2815EF30-4FCC-0D31-EE51-4E75B523BF82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11" name="그림 10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5B4C1C-8B0F-68DE-3336-B2153B06BD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" t="7330" r="7743" b="12171"/>
          <a:stretch>
            <a:fillRect/>
          </a:stretch>
        </p:blipFill>
        <p:spPr>
          <a:xfrm>
            <a:off x="685800" y="6447477"/>
            <a:ext cx="8915400" cy="33368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97E2E-976D-EB75-C625-71E4853DF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텍스트 상자 2">
            <a:extLst>
              <a:ext uri="{FF2B5EF4-FFF2-40B4-BE49-F238E27FC236}">
                <a16:creationId xmlns:a16="http://schemas.microsoft.com/office/drawing/2014/main" id="{64ED62FD-6341-6A67-7733-39F03C85B4AE}"/>
              </a:ext>
            </a:extLst>
          </p:cNvPr>
          <p:cNvSpPr txBox="1">
            <a:spLocks/>
          </p:cNvSpPr>
          <p:nvPr/>
        </p:nvSpPr>
        <p:spPr>
          <a:xfrm>
            <a:off x="12853245" y="4509703"/>
            <a:ext cx="5318553" cy="102399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문맥 이해 부족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35" name="텍스트 상자 2">
            <a:extLst>
              <a:ext uri="{FF2B5EF4-FFF2-40B4-BE49-F238E27FC236}">
                <a16:creationId xmlns:a16="http://schemas.microsoft.com/office/drawing/2014/main" id="{CC6FBE56-BDCD-C56B-6FA4-E713C33930BE}"/>
              </a:ext>
            </a:extLst>
          </p:cNvPr>
          <p:cNvSpPr txBox="1">
            <a:spLocks/>
          </p:cNvSpPr>
          <p:nvPr/>
        </p:nvSpPr>
        <p:spPr>
          <a:xfrm>
            <a:off x="8593849" y="3957946"/>
            <a:ext cx="5318553" cy="213199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algn="ctr" defTabSz="914400" rtl="0" eaLnBrk="1" latinLnBrk="0" hangingPunct="1">
              <a:lnSpc>
                <a:spcPct val="200000"/>
              </a:lnSpc>
            </a:pPr>
            <a:r>
              <a:rPr lang="en-US" altLang="ko-KR" sz="3600" b="1">
                <a:latin typeface="맑은 고딕" charset="0"/>
                <a:ea typeface="맑은 고딕" charset="0"/>
              </a:rPr>
              <a:t>Gradient </a:t>
            </a:r>
            <a:r>
              <a:rPr lang="ko-KR" altLang="en-US" sz="3600" b="1">
                <a:latin typeface="맑은 고딕" charset="0"/>
                <a:ea typeface="맑은 고딕" charset="0"/>
              </a:rPr>
              <a:t>소실 </a:t>
            </a:r>
            <a:endParaRPr lang="en-US" altLang="ko-KR" sz="3600" b="1">
              <a:latin typeface="맑은 고딕" charset="0"/>
              <a:ea typeface="맑은 고딕" charset="0"/>
            </a:endParaRPr>
          </a:p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문제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34" name="텍스트 상자 2">
            <a:extLst>
              <a:ext uri="{FF2B5EF4-FFF2-40B4-BE49-F238E27FC236}">
                <a16:creationId xmlns:a16="http://schemas.microsoft.com/office/drawing/2014/main" id="{B478F1A3-36EB-7373-7AE9-6900C297AEFE}"/>
              </a:ext>
            </a:extLst>
          </p:cNvPr>
          <p:cNvSpPr txBox="1">
            <a:spLocks/>
          </p:cNvSpPr>
          <p:nvPr/>
        </p:nvSpPr>
        <p:spPr>
          <a:xfrm>
            <a:off x="4255031" y="3957946"/>
            <a:ext cx="5318553" cy="213199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장기 의존성 </a:t>
            </a:r>
            <a:endParaRPr lang="en-US" altLang="ko-KR" sz="3600" b="1">
              <a:latin typeface="맑은 고딕" charset="0"/>
              <a:ea typeface="맑은 고딕" charset="0"/>
            </a:endParaRPr>
          </a:p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학습 어려움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14" name="텍스트 상자 2">
            <a:extLst>
              <a:ext uri="{FF2B5EF4-FFF2-40B4-BE49-F238E27FC236}">
                <a16:creationId xmlns:a16="http://schemas.microsoft.com/office/drawing/2014/main" id="{C3A80CE8-8B80-7636-EE75-42B1D17B777E}"/>
              </a:ext>
            </a:extLst>
          </p:cNvPr>
          <p:cNvSpPr txBox="1">
            <a:spLocks/>
          </p:cNvSpPr>
          <p:nvPr/>
        </p:nvSpPr>
        <p:spPr>
          <a:xfrm>
            <a:off x="0" y="4432639"/>
            <a:ext cx="5318553" cy="102399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병렬 처리 어려움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30A91A1-1975-6E12-1C49-1E5D3819A3E1}"/>
              </a:ext>
            </a:extLst>
          </p:cNvPr>
          <p:cNvSpPr txBox="1"/>
          <p:nvPr/>
        </p:nvSpPr>
        <p:spPr>
          <a:xfrm>
            <a:off x="1123950" y="944123"/>
            <a:ext cx="2186274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1.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서론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DCA1DC6D-1FAF-FE6B-4440-AB1787662129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5" name="Group 2">
            <a:extLst>
              <a:ext uri="{FF2B5EF4-FFF2-40B4-BE49-F238E27FC236}">
                <a16:creationId xmlns:a16="http://schemas.microsoft.com/office/drawing/2014/main" id="{7203EE71-148A-3DC5-186E-104FE4D0416E}"/>
              </a:ext>
            </a:extLst>
          </p:cNvPr>
          <p:cNvGrpSpPr/>
          <p:nvPr/>
        </p:nvGrpSpPr>
        <p:grpSpPr>
          <a:xfrm>
            <a:off x="497429" y="3114976"/>
            <a:ext cx="4150771" cy="4057047"/>
            <a:chOff x="0" y="0"/>
            <a:chExt cx="808078" cy="80807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63236BC6-CF1F-CC2A-6926-3D00C84312F6}"/>
                </a:ext>
              </a:extLst>
            </p:cNvPr>
            <p:cNvSpPr/>
            <p:nvPr/>
          </p:nvSpPr>
          <p:spPr>
            <a:xfrm>
              <a:off x="0" y="0"/>
              <a:ext cx="808078" cy="808078"/>
            </a:xfrm>
            <a:custGeom>
              <a:avLst/>
              <a:gdLst/>
              <a:ahLst/>
              <a:cxnLst/>
              <a:rect l="l" t="t" r="r" b="b"/>
              <a:pathLst>
                <a:path w="808078" h="808078">
                  <a:moveTo>
                    <a:pt x="404039" y="0"/>
                  </a:moveTo>
                  <a:cubicBezTo>
                    <a:pt x="180894" y="0"/>
                    <a:pt x="0" y="180894"/>
                    <a:pt x="0" y="404039"/>
                  </a:cubicBezTo>
                  <a:cubicBezTo>
                    <a:pt x="0" y="627184"/>
                    <a:pt x="180894" y="808078"/>
                    <a:pt x="404039" y="808078"/>
                  </a:cubicBezTo>
                  <a:cubicBezTo>
                    <a:pt x="627184" y="808078"/>
                    <a:pt x="808078" y="627184"/>
                    <a:pt x="808078" y="404039"/>
                  </a:cubicBezTo>
                  <a:cubicBezTo>
                    <a:pt x="808078" y="180894"/>
                    <a:pt x="627184" y="0"/>
                    <a:pt x="404039" y="0"/>
                  </a:cubicBezTo>
                  <a:close/>
                </a:path>
              </a:pathLst>
            </a:custGeom>
            <a:solidFill>
              <a:srgbClr val="92D050">
                <a:alpha val="25882"/>
              </a:srgbClr>
            </a:solidFill>
            <a:ln w="19050" cap="sq">
              <a:solidFill>
                <a:srgbClr val="759FAA">
                  <a:alpha val="25882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4">
              <a:extLst>
                <a:ext uri="{FF2B5EF4-FFF2-40B4-BE49-F238E27FC236}">
                  <a16:creationId xmlns:a16="http://schemas.microsoft.com/office/drawing/2014/main" id="{1A2AF004-694F-0CAB-88A6-9A7C0DAF4594}"/>
                </a:ext>
              </a:extLst>
            </p:cNvPr>
            <p:cNvSpPr txBox="1"/>
            <p:nvPr/>
          </p:nvSpPr>
          <p:spPr>
            <a:xfrm>
              <a:off x="75757" y="28132"/>
              <a:ext cx="656563" cy="7041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2" name="Group 2">
            <a:extLst>
              <a:ext uri="{FF2B5EF4-FFF2-40B4-BE49-F238E27FC236}">
                <a16:creationId xmlns:a16="http://schemas.microsoft.com/office/drawing/2014/main" id="{C113C871-77D7-818F-13AA-1B03EDF421DE}"/>
              </a:ext>
            </a:extLst>
          </p:cNvPr>
          <p:cNvGrpSpPr/>
          <p:nvPr/>
        </p:nvGrpSpPr>
        <p:grpSpPr>
          <a:xfrm>
            <a:off x="4840940" y="3114976"/>
            <a:ext cx="4150771" cy="4057047"/>
            <a:chOff x="0" y="0"/>
            <a:chExt cx="808078" cy="808078"/>
          </a:xfrm>
        </p:grpSpPr>
        <p:sp>
          <p:nvSpPr>
            <p:cNvPr id="23" name="Freeform 3">
              <a:extLst>
                <a:ext uri="{FF2B5EF4-FFF2-40B4-BE49-F238E27FC236}">
                  <a16:creationId xmlns:a16="http://schemas.microsoft.com/office/drawing/2014/main" id="{E569F163-2D11-FF06-B488-FDEDCF4776F7}"/>
                </a:ext>
              </a:extLst>
            </p:cNvPr>
            <p:cNvSpPr/>
            <p:nvPr/>
          </p:nvSpPr>
          <p:spPr>
            <a:xfrm>
              <a:off x="0" y="0"/>
              <a:ext cx="808078" cy="808078"/>
            </a:xfrm>
            <a:custGeom>
              <a:avLst/>
              <a:gdLst/>
              <a:ahLst/>
              <a:cxnLst/>
              <a:rect l="l" t="t" r="r" b="b"/>
              <a:pathLst>
                <a:path w="808078" h="808078">
                  <a:moveTo>
                    <a:pt x="404039" y="0"/>
                  </a:moveTo>
                  <a:cubicBezTo>
                    <a:pt x="180894" y="0"/>
                    <a:pt x="0" y="180894"/>
                    <a:pt x="0" y="404039"/>
                  </a:cubicBezTo>
                  <a:cubicBezTo>
                    <a:pt x="0" y="627184"/>
                    <a:pt x="180894" y="808078"/>
                    <a:pt x="404039" y="808078"/>
                  </a:cubicBezTo>
                  <a:cubicBezTo>
                    <a:pt x="627184" y="808078"/>
                    <a:pt x="808078" y="627184"/>
                    <a:pt x="808078" y="404039"/>
                  </a:cubicBezTo>
                  <a:cubicBezTo>
                    <a:pt x="808078" y="180894"/>
                    <a:pt x="627184" y="0"/>
                    <a:pt x="404039" y="0"/>
                  </a:cubicBezTo>
                  <a:close/>
                </a:path>
              </a:pathLst>
            </a:custGeom>
            <a:solidFill>
              <a:srgbClr val="92D050">
                <a:alpha val="25882"/>
              </a:srgbClr>
            </a:solidFill>
            <a:ln w="19050" cap="sq">
              <a:solidFill>
                <a:srgbClr val="759FAA">
                  <a:alpha val="25882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4">
              <a:extLst>
                <a:ext uri="{FF2B5EF4-FFF2-40B4-BE49-F238E27FC236}">
                  <a16:creationId xmlns:a16="http://schemas.microsoft.com/office/drawing/2014/main" id="{69FF249B-033E-CC10-9254-984D96706F12}"/>
                </a:ext>
              </a:extLst>
            </p:cNvPr>
            <p:cNvSpPr txBox="1"/>
            <p:nvPr/>
          </p:nvSpPr>
          <p:spPr>
            <a:xfrm>
              <a:off x="75757" y="28132"/>
              <a:ext cx="656563" cy="7041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5" name="Group 2">
            <a:extLst>
              <a:ext uri="{FF2B5EF4-FFF2-40B4-BE49-F238E27FC236}">
                <a16:creationId xmlns:a16="http://schemas.microsoft.com/office/drawing/2014/main" id="{DB5E72FC-0261-FF37-4CB6-30F253F129FE}"/>
              </a:ext>
            </a:extLst>
          </p:cNvPr>
          <p:cNvGrpSpPr/>
          <p:nvPr/>
        </p:nvGrpSpPr>
        <p:grpSpPr>
          <a:xfrm>
            <a:off x="9184451" y="3114975"/>
            <a:ext cx="4150771" cy="4057047"/>
            <a:chOff x="0" y="0"/>
            <a:chExt cx="808078" cy="808078"/>
          </a:xfrm>
        </p:grpSpPr>
        <p:sp>
          <p:nvSpPr>
            <p:cNvPr id="26" name="Freeform 3">
              <a:extLst>
                <a:ext uri="{FF2B5EF4-FFF2-40B4-BE49-F238E27FC236}">
                  <a16:creationId xmlns:a16="http://schemas.microsoft.com/office/drawing/2014/main" id="{806D8B24-7ED7-7C96-D5CA-CF3320DF9C92}"/>
                </a:ext>
              </a:extLst>
            </p:cNvPr>
            <p:cNvSpPr/>
            <p:nvPr/>
          </p:nvSpPr>
          <p:spPr>
            <a:xfrm>
              <a:off x="0" y="0"/>
              <a:ext cx="808078" cy="808078"/>
            </a:xfrm>
            <a:custGeom>
              <a:avLst/>
              <a:gdLst/>
              <a:ahLst/>
              <a:cxnLst/>
              <a:rect l="l" t="t" r="r" b="b"/>
              <a:pathLst>
                <a:path w="808078" h="808078">
                  <a:moveTo>
                    <a:pt x="404039" y="0"/>
                  </a:moveTo>
                  <a:cubicBezTo>
                    <a:pt x="180894" y="0"/>
                    <a:pt x="0" y="180894"/>
                    <a:pt x="0" y="404039"/>
                  </a:cubicBezTo>
                  <a:cubicBezTo>
                    <a:pt x="0" y="627184"/>
                    <a:pt x="180894" y="808078"/>
                    <a:pt x="404039" y="808078"/>
                  </a:cubicBezTo>
                  <a:cubicBezTo>
                    <a:pt x="627184" y="808078"/>
                    <a:pt x="808078" y="627184"/>
                    <a:pt x="808078" y="404039"/>
                  </a:cubicBezTo>
                  <a:cubicBezTo>
                    <a:pt x="808078" y="180894"/>
                    <a:pt x="627184" y="0"/>
                    <a:pt x="404039" y="0"/>
                  </a:cubicBezTo>
                  <a:close/>
                </a:path>
              </a:pathLst>
            </a:custGeom>
            <a:solidFill>
              <a:srgbClr val="92D050">
                <a:alpha val="25882"/>
              </a:srgbClr>
            </a:solidFill>
            <a:ln w="19050" cap="sq">
              <a:solidFill>
                <a:srgbClr val="759FAA">
                  <a:alpha val="25882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4">
              <a:extLst>
                <a:ext uri="{FF2B5EF4-FFF2-40B4-BE49-F238E27FC236}">
                  <a16:creationId xmlns:a16="http://schemas.microsoft.com/office/drawing/2014/main" id="{ADC40B60-18A7-9975-6876-769C1D7ED0ED}"/>
                </a:ext>
              </a:extLst>
            </p:cNvPr>
            <p:cNvSpPr txBox="1"/>
            <p:nvPr/>
          </p:nvSpPr>
          <p:spPr>
            <a:xfrm>
              <a:off x="75757" y="28132"/>
              <a:ext cx="656563" cy="7041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EAFF6323-2005-1CCA-6A05-042DC9758D6D}"/>
              </a:ext>
            </a:extLst>
          </p:cNvPr>
          <p:cNvGrpSpPr/>
          <p:nvPr/>
        </p:nvGrpSpPr>
        <p:grpSpPr>
          <a:xfrm>
            <a:off x="13523269" y="3114975"/>
            <a:ext cx="4150771" cy="4057047"/>
            <a:chOff x="0" y="0"/>
            <a:chExt cx="808078" cy="808078"/>
          </a:xfrm>
        </p:grpSpPr>
        <p:sp>
          <p:nvSpPr>
            <p:cNvPr id="29" name="Freeform 3">
              <a:extLst>
                <a:ext uri="{FF2B5EF4-FFF2-40B4-BE49-F238E27FC236}">
                  <a16:creationId xmlns:a16="http://schemas.microsoft.com/office/drawing/2014/main" id="{DEAFF249-B9EE-037A-8509-95E9279EE266}"/>
                </a:ext>
              </a:extLst>
            </p:cNvPr>
            <p:cNvSpPr/>
            <p:nvPr/>
          </p:nvSpPr>
          <p:spPr>
            <a:xfrm>
              <a:off x="0" y="0"/>
              <a:ext cx="808078" cy="808078"/>
            </a:xfrm>
            <a:custGeom>
              <a:avLst/>
              <a:gdLst/>
              <a:ahLst/>
              <a:cxnLst/>
              <a:rect l="l" t="t" r="r" b="b"/>
              <a:pathLst>
                <a:path w="808078" h="808078">
                  <a:moveTo>
                    <a:pt x="404039" y="0"/>
                  </a:moveTo>
                  <a:cubicBezTo>
                    <a:pt x="180894" y="0"/>
                    <a:pt x="0" y="180894"/>
                    <a:pt x="0" y="404039"/>
                  </a:cubicBezTo>
                  <a:cubicBezTo>
                    <a:pt x="0" y="627184"/>
                    <a:pt x="180894" y="808078"/>
                    <a:pt x="404039" y="808078"/>
                  </a:cubicBezTo>
                  <a:cubicBezTo>
                    <a:pt x="627184" y="808078"/>
                    <a:pt x="808078" y="627184"/>
                    <a:pt x="808078" y="404039"/>
                  </a:cubicBezTo>
                  <a:cubicBezTo>
                    <a:pt x="808078" y="180894"/>
                    <a:pt x="627184" y="0"/>
                    <a:pt x="404039" y="0"/>
                  </a:cubicBezTo>
                  <a:close/>
                </a:path>
              </a:pathLst>
            </a:custGeom>
            <a:solidFill>
              <a:srgbClr val="92D050">
                <a:alpha val="25882"/>
              </a:srgbClr>
            </a:solidFill>
            <a:ln w="19050" cap="sq">
              <a:solidFill>
                <a:srgbClr val="759FAA">
                  <a:alpha val="25882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4">
              <a:extLst>
                <a:ext uri="{FF2B5EF4-FFF2-40B4-BE49-F238E27FC236}">
                  <a16:creationId xmlns:a16="http://schemas.microsoft.com/office/drawing/2014/main" id="{BED6BD44-D0A7-38E1-F0E8-E59003A10D5F}"/>
                </a:ext>
              </a:extLst>
            </p:cNvPr>
            <p:cNvSpPr txBox="1"/>
            <p:nvPr/>
          </p:nvSpPr>
          <p:spPr>
            <a:xfrm>
              <a:off x="75757" y="28132"/>
              <a:ext cx="656563" cy="7041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B570C31D-DD26-C95F-9DC3-18559412EAA6}"/>
              </a:ext>
            </a:extLst>
          </p:cNvPr>
          <p:cNvSpPr txBox="1"/>
          <p:nvPr/>
        </p:nvSpPr>
        <p:spPr>
          <a:xfrm>
            <a:off x="1961197" y="3311615"/>
            <a:ext cx="1219200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1</a:t>
            </a:r>
            <a:endParaRPr lang="ko-KR" altLang="en-US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6A0A73-5920-B654-E502-60DC709A3A3A}"/>
              </a:ext>
            </a:extLst>
          </p:cNvPr>
          <p:cNvSpPr txBox="1"/>
          <p:nvPr/>
        </p:nvSpPr>
        <p:spPr>
          <a:xfrm>
            <a:off x="6281017" y="3311615"/>
            <a:ext cx="1219200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2</a:t>
            </a:r>
            <a:endParaRPr lang="ko-KR" altLang="en-US" sz="36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8228B96-0990-413F-8AAD-A83CD01A4923}"/>
              </a:ext>
            </a:extLst>
          </p:cNvPr>
          <p:cNvSpPr txBox="1"/>
          <p:nvPr/>
        </p:nvSpPr>
        <p:spPr>
          <a:xfrm>
            <a:off x="10604525" y="3311615"/>
            <a:ext cx="1219200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3</a:t>
            </a:r>
            <a:endParaRPr lang="ko-KR" altLang="en-US" sz="36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A65CAE-E75B-F03E-56E1-F7B6518E980E}"/>
              </a:ext>
            </a:extLst>
          </p:cNvPr>
          <p:cNvSpPr txBox="1"/>
          <p:nvPr/>
        </p:nvSpPr>
        <p:spPr>
          <a:xfrm>
            <a:off x="14943343" y="3307133"/>
            <a:ext cx="1219200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4</a:t>
            </a:r>
            <a:endParaRPr lang="ko-KR" altLang="en-US" sz="3600"/>
          </a:p>
        </p:txBody>
      </p:sp>
      <p:grpSp>
        <p:nvGrpSpPr>
          <p:cNvPr id="41" name="Group 2">
            <a:extLst>
              <a:ext uri="{FF2B5EF4-FFF2-40B4-BE49-F238E27FC236}">
                <a16:creationId xmlns:a16="http://schemas.microsoft.com/office/drawing/2014/main" id="{0573B075-4612-83A5-A6BF-CB8641C6E540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42" name="Freeform 3">
              <a:extLst>
                <a:ext uri="{FF2B5EF4-FFF2-40B4-BE49-F238E27FC236}">
                  <a16:creationId xmlns:a16="http://schemas.microsoft.com/office/drawing/2014/main" id="{B1E714A3-C7EF-BADF-6035-EBACD43E8FA7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">
              <a:extLst>
                <a:ext uri="{FF2B5EF4-FFF2-40B4-BE49-F238E27FC236}">
                  <a16:creationId xmlns:a16="http://schemas.microsoft.com/office/drawing/2014/main" id="{71B520C1-90ED-E20F-8347-B6BCF88B4A96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89610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-290868" y="9887944"/>
            <a:ext cx="18869735" cy="30083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</a:pPr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76201" y="896534"/>
            <a:ext cx="4349966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F3D16B1A-8FFE-02A6-F04C-79A4C1F69204}"/>
              </a:ext>
            </a:extLst>
          </p:cNvPr>
          <p:cNvSpPr txBox="1"/>
          <p:nvPr/>
        </p:nvSpPr>
        <p:spPr>
          <a:xfrm>
            <a:off x="838200" y="2001033"/>
            <a:ext cx="7696200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4000" b="1">
                <a:latin typeface="윤고딕" panose="020B0600000101010101" charset="-127"/>
                <a:ea typeface="윤고딕" panose="020B0600000101010101" charset="-127"/>
              </a:rPr>
              <a:t>Transformer</a:t>
            </a:r>
          </a:p>
        </p:txBody>
      </p:sp>
      <p:pic>
        <p:nvPicPr>
          <p:cNvPr id="6" name="그림 5" descr="텍스트, 도표, 평면도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D94702-3F91-7059-9DB9-0AE4224591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18"/>
          <a:stretch>
            <a:fillRect/>
          </a:stretch>
        </p:blipFill>
        <p:spPr>
          <a:xfrm>
            <a:off x="4114800" y="158225"/>
            <a:ext cx="6857999" cy="9519436"/>
          </a:xfrm>
          <a:prstGeom prst="rect">
            <a:avLst/>
          </a:prstGeom>
        </p:spPr>
      </p:pic>
      <p:grpSp>
        <p:nvGrpSpPr>
          <p:cNvPr id="7" name="Group 2">
            <a:extLst>
              <a:ext uri="{FF2B5EF4-FFF2-40B4-BE49-F238E27FC236}">
                <a16:creationId xmlns:a16="http://schemas.microsoft.com/office/drawing/2014/main" id="{56988AE5-01B4-E30B-C53F-746FE5C194C9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8" name="Freeform 3">
              <a:extLst>
                <a:ext uri="{FF2B5EF4-FFF2-40B4-BE49-F238E27FC236}">
                  <a16:creationId xmlns:a16="http://schemas.microsoft.com/office/drawing/2014/main" id="{EE2B3BC2-BC0C-77B2-D509-23E84E98689E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4">
              <a:extLst>
                <a:ext uri="{FF2B5EF4-FFF2-40B4-BE49-F238E27FC236}">
                  <a16:creationId xmlns:a16="http://schemas.microsoft.com/office/drawing/2014/main" id="{C60389D2-0493-412C-112C-4AE6BD178AAE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DFD90-2D3D-35C3-2A95-AF8EEE236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625C0BE-8AA0-CF27-900B-21EB7E0E77DF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CAB52E3-5C49-0D00-168D-47336CA5984B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A0922E5-C3BC-8AB4-F60E-A43777877F3C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AutoShape 14">
            <a:extLst>
              <a:ext uri="{FF2B5EF4-FFF2-40B4-BE49-F238E27FC236}">
                <a16:creationId xmlns:a16="http://schemas.microsoft.com/office/drawing/2014/main" id="{A2B2F565-79A5-94C6-6B02-37B9D3129995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1551C4F9-2317-FE25-B48B-792713C8ED67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이론적 배경</a:t>
            </a: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: Cloud Native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2A82115E-EFAD-165B-396F-EBDCEDB9C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00" y="2324100"/>
            <a:ext cx="9094800" cy="6487225"/>
          </a:xfrm>
          <a:prstGeom prst="rect">
            <a:avLst/>
          </a:prstGeom>
        </p:spPr>
      </p:pic>
      <p:pic>
        <p:nvPicPr>
          <p:cNvPr id="71" name="그림 70" descr="텍스트, 원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9FF6A4F-691A-627F-CA5F-3D9875FCDE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49" t="3415" r="21642" b="3849"/>
          <a:stretch/>
        </p:blipFill>
        <p:spPr>
          <a:xfrm>
            <a:off x="10515600" y="1675850"/>
            <a:ext cx="6746713" cy="6487224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CC3E0247-E55D-2099-0A20-0F5D2E86C74B}"/>
              </a:ext>
            </a:extLst>
          </p:cNvPr>
          <p:cNvSpPr txBox="1"/>
          <p:nvPr/>
        </p:nvSpPr>
        <p:spPr>
          <a:xfrm>
            <a:off x="6743700" y="2324100"/>
            <a:ext cx="2057400" cy="5715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vert="eaVert" wrap="square" rtlCol="0">
            <a:sp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403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787F6-F1C8-DDD2-387C-68118CB2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EA3DC54-6CA8-051C-C827-BC6413320BBE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FA382FE-3841-B6FC-0322-9812BE50C399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82A5EBF-B34B-E47D-B3EE-EF8A3DC1F1CD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AutoShape 9">
            <a:extLst>
              <a:ext uri="{FF2B5EF4-FFF2-40B4-BE49-F238E27FC236}">
                <a16:creationId xmlns:a16="http://schemas.microsoft.com/office/drawing/2014/main" id="{44A46ED7-DF86-36D4-2740-5FC6504D7C05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그림 5" descr="텍스트, 도표, 평면도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0FD3E04-7349-2FFE-2D18-06451AF5ED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2" y="1615158"/>
            <a:ext cx="9448800" cy="82127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32BC877-7824-FF6B-FE3B-1FAC80DC119C}"/>
              </a:ext>
            </a:extLst>
          </p:cNvPr>
          <p:cNvSpPr txBox="1"/>
          <p:nvPr/>
        </p:nvSpPr>
        <p:spPr>
          <a:xfrm>
            <a:off x="9525000" y="141015"/>
            <a:ext cx="9369028" cy="101566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3600" b="1"/>
              <a:t>Eureka: </a:t>
            </a:r>
          </a:p>
          <a:p>
            <a:r>
              <a:rPr lang="ko-KR" altLang="en-US" sz="3200"/>
              <a:t>서비스 등록 및 검색을 지원하는 </a:t>
            </a:r>
            <a:r>
              <a:rPr lang="en-US" altLang="ko-KR" sz="3200">
                <a:solidFill>
                  <a:srgbClr val="FF0000"/>
                </a:solidFill>
              </a:rPr>
              <a:t>Discovery Server</a:t>
            </a:r>
          </a:p>
          <a:p>
            <a:endParaRPr lang="en-US" altLang="ko-KR" sz="320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3600" b="1"/>
              <a:t>Config:</a:t>
            </a:r>
          </a:p>
          <a:p>
            <a:r>
              <a:rPr lang="ko-KR" altLang="en-US" sz="3200"/>
              <a:t>분산 시스템의 </a:t>
            </a:r>
            <a:r>
              <a:rPr lang="ko-KR" altLang="en-US" sz="3200">
                <a:solidFill>
                  <a:srgbClr val="FF0000"/>
                </a:solidFill>
              </a:rPr>
              <a:t>설정 정보</a:t>
            </a:r>
            <a:r>
              <a:rPr lang="ko-KR" altLang="en-US" sz="3200"/>
              <a:t>를 </a:t>
            </a:r>
            <a:r>
              <a:rPr lang="ko-KR" altLang="en-US" sz="3200">
                <a:solidFill>
                  <a:srgbClr val="FF0000"/>
                </a:solidFill>
              </a:rPr>
              <a:t>중앙 관리</a:t>
            </a:r>
            <a:r>
              <a:rPr lang="ko-KR" altLang="en-US" sz="3200"/>
              <a:t>하는 </a:t>
            </a:r>
            <a:r>
              <a:rPr lang="en-US" altLang="ko-KR" sz="3200"/>
              <a:t>Server</a:t>
            </a:r>
          </a:p>
          <a:p>
            <a:endParaRPr lang="en-US" altLang="ko-KR" sz="3200" b="1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3600" b="1"/>
              <a:t>Gateway/Zuul:</a:t>
            </a:r>
          </a:p>
          <a:p>
            <a:r>
              <a:rPr lang="ko-KR" altLang="en-US" sz="3200"/>
              <a:t>외부 요청을 내부로 </a:t>
            </a:r>
            <a:r>
              <a:rPr lang="ko-KR" altLang="en-US" sz="3200">
                <a:solidFill>
                  <a:srgbClr val="FF0000"/>
                </a:solidFill>
              </a:rPr>
              <a:t>라우팅</a:t>
            </a:r>
            <a:r>
              <a:rPr lang="ko-KR" altLang="en-US" sz="3200"/>
              <a:t>하는 </a:t>
            </a:r>
            <a:r>
              <a:rPr lang="en-US" altLang="ko-KR" sz="3200">
                <a:solidFill>
                  <a:srgbClr val="FF0000"/>
                </a:solidFill>
              </a:rPr>
              <a:t>API Gateway</a:t>
            </a:r>
          </a:p>
          <a:p>
            <a:endParaRPr lang="en-US" altLang="ko-KR" sz="3200" b="1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3600" b="1"/>
              <a:t>LoadBalancer/Ribbon:</a:t>
            </a:r>
          </a:p>
          <a:p>
            <a:r>
              <a:rPr lang="ko-KR" altLang="en-US" sz="3200"/>
              <a:t>서비스 간의 </a:t>
            </a:r>
            <a:r>
              <a:rPr lang="ko-KR" altLang="en-US" sz="3200">
                <a:solidFill>
                  <a:srgbClr val="FF0000"/>
                </a:solidFill>
              </a:rPr>
              <a:t>로드밸런싱</a:t>
            </a:r>
            <a:r>
              <a:rPr lang="ko-KR" altLang="en-US" sz="3200"/>
              <a:t>을 담당하는 라이브러리</a:t>
            </a:r>
            <a:endParaRPr lang="en-US" altLang="ko-KR" sz="3200"/>
          </a:p>
          <a:p>
            <a:endParaRPr lang="en-US" altLang="ko-KR" sz="3200" b="1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3600" b="1"/>
              <a:t>Actuator:</a:t>
            </a:r>
          </a:p>
          <a:p>
            <a:r>
              <a:rPr lang="ko-KR" altLang="en-US" sz="3200"/>
              <a:t>각 서비스의 </a:t>
            </a:r>
            <a:r>
              <a:rPr lang="ko-KR" altLang="en-US" sz="3200">
                <a:solidFill>
                  <a:srgbClr val="FF0000"/>
                </a:solidFill>
              </a:rPr>
              <a:t>상태를 체크</a:t>
            </a:r>
            <a:r>
              <a:rPr lang="ko-KR" altLang="en-US" sz="3200"/>
              <a:t>할 수 있는 도구</a:t>
            </a:r>
            <a:endParaRPr lang="en-US" altLang="ko-KR" sz="3200"/>
          </a:p>
          <a:p>
            <a:endParaRPr lang="en-US" altLang="ko-KR" sz="3200" b="1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3600" b="1"/>
              <a:t>Spring Cloud Bus:</a:t>
            </a:r>
          </a:p>
          <a:p>
            <a:r>
              <a:rPr lang="ko-KR" altLang="en-US" sz="3200">
                <a:solidFill>
                  <a:srgbClr val="FF0000"/>
                </a:solidFill>
              </a:rPr>
              <a:t>메시지 큐를 </a:t>
            </a:r>
            <a:r>
              <a:rPr lang="ko-KR" altLang="en-US" sz="3200"/>
              <a:t>통해 설정 변화</a:t>
            </a:r>
            <a:r>
              <a:rPr lang="en-US" altLang="ko-KR" sz="3200"/>
              <a:t>, </a:t>
            </a:r>
            <a:r>
              <a:rPr lang="ko-KR" altLang="en-US" sz="3200"/>
              <a:t>이벤트를 </a:t>
            </a:r>
            <a:r>
              <a:rPr lang="ko-KR" altLang="en-US" sz="3200">
                <a:solidFill>
                  <a:srgbClr val="FF0000"/>
                </a:solidFill>
              </a:rPr>
              <a:t>전파</a:t>
            </a:r>
            <a:r>
              <a:rPr lang="ko-KR" altLang="en-US" sz="3200"/>
              <a:t>하는 컴포넌트 </a:t>
            </a:r>
          </a:p>
          <a:p>
            <a:endParaRPr lang="ko-KR" altLang="en-US"/>
          </a:p>
        </p:txBody>
      </p:sp>
      <p:sp>
        <p:nvSpPr>
          <p:cNvPr id="19" name="TextBox 13">
            <a:extLst>
              <a:ext uri="{FF2B5EF4-FFF2-40B4-BE49-F238E27FC236}">
                <a16:creationId xmlns:a16="http://schemas.microsoft.com/office/drawing/2014/main" id="{A0232DB8-E6E1-42F5-0C97-5622801A67D9}"/>
              </a:ext>
            </a:extLst>
          </p:cNvPr>
          <p:cNvSpPr txBox="1"/>
          <p:nvPr/>
        </p:nvSpPr>
        <p:spPr>
          <a:xfrm>
            <a:off x="76201" y="896534"/>
            <a:ext cx="80009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이론적 배경</a:t>
            </a: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: Spring Cloud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</p:spTree>
    <p:extLst>
      <p:ext uri="{BB962C8B-B14F-4D97-AF65-F5344CB8AC3E}">
        <p14:creationId xmlns:p14="http://schemas.microsoft.com/office/powerpoint/2010/main" val="1572183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5C8F2-CC2F-B17E-4AA1-0ECE1121D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6920E47-5E54-7E5B-F1E7-781086AB0AAB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A530C36-0B27-10B9-EF89-F7B4328DB840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2980CD5-F30E-5000-8F40-17F6854E0243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AutoShape 9">
            <a:extLst>
              <a:ext uri="{FF2B5EF4-FFF2-40B4-BE49-F238E27FC236}">
                <a16:creationId xmlns:a16="http://schemas.microsoft.com/office/drawing/2014/main" id="{D4DD71B9-2961-FD05-E91B-61D94B6DF2D9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E543BC54-1C5B-DB11-29DA-D30E5EF30284}"/>
              </a:ext>
            </a:extLst>
          </p:cNvPr>
          <p:cNvSpPr txBox="1"/>
          <p:nvPr/>
        </p:nvSpPr>
        <p:spPr>
          <a:xfrm>
            <a:off x="76201" y="896534"/>
            <a:ext cx="62483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이론적 배경</a:t>
            </a: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: Docker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pic>
        <p:nvPicPr>
          <p:cNvPr id="11" name="그림 10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590862F-3606-0F84-3E4D-0B6A569AB5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471"/>
          <a:stretch/>
        </p:blipFill>
        <p:spPr>
          <a:xfrm>
            <a:off x="304800" y="2052489"/>
            <a:ext cx="8077200" cy="7362825"/>
          </a:xfrm>
          <a:prstGeom prst="rect">
            <a:avLst/>
          </a:prstGeom>
        </p:spPr>
      </p:pic>
      <p:pic>
        <p:nvPicPr>
          <p:cNvPr id="13" name="그림 12" descr="텍스트, 스크린샷, 일렉트릭 블루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0F01E32-8A75-1EF2-4050-3FDA4B6DA6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0661" y="1921185"/>
            <a:ext cx="9312250" cy="28956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A7B2837-8938-539A-F8FF-9CBB213D4691}"/>
              </a:ext>
            </a:extLst>
          </p:cNvPr>
          <p:cNvSpPr txBox="1"/>
          <p:nvPr/>
        </p:nvSpPr>
        <p:spPr>
          <a:xfrm>
            <a:off x="8610600" y="5099998"/>
            <a:ext cx="972047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3200"/>
              <a:t>DockerFile </a:t>
            </a:r>
            <a:r>
              <a:rPr lang="ko-KR" altLang="en-US" sz="3200"/>
              <a:t>을 패키징 하여 </a:t>
            </a:r>
            <a:r>
              <a:rPr lang="en-US" altLang="ko-KR" sz="3200"/>
              <a:t>Image </a:t>
            </a:r>
            <a:r>
              <a:rPr lang="ko-KR" altLang="en-US" sz="3200"/>
              <a:t>로 만들어 컨테이너의 형태로 실행</a:t>
            </a:r>
            <a:endParaRPr lang="en-US" altLang="ko-KR" sz="3200"/>
          </a:p>
          <a:p>
            <a:endParaRPr lang="en-US" altLang="ko-KR" sz="32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32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32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3200"/>
              <a:t>컨테이너는 호스트 </a:t>
            </a:r>
            <a:r>
              <a:rPr lang="en-US" altLang="ko-KR" sz="3200"/>
              <a:t>OS</a:t>
            </a:r>
            <a:r>
              <a:rPr lang="ko-KR" altLang="en-US" sz="3200"/>
              <a:t>의 커널을 공유하면서 독립된 실행 환경을 제공</a:t>
            </a:r>
          </a:p>
        </p:txBody>
      </p:sp>
    </p:spTree>
    <p:extLst>
      <p:ext uri="{BB962C8B-B14F-4D97-AF65-F5344CB8AC3E}">
        <p14:creationId xmlns:p14="http://schemas.microsoft.com/office/powerpoint/2010/main" val="2626063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86B48-EBF1-D3E1-240D-6379D7635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스크린샷, 도표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9095593-33B4-9C5C-34FB-F49CF94D3A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01" b="1660"/>
          <a:stretch/>
        </p:blipFill>
        <p:spPr>
          <a:xfrm>
            <a:off x="7239000" y="3670262"/>
            <a:ext cx="10764076" cy="6338502"/>
          </a:xfrm>
          <a:prstGeom prst="rect">
            <a:avLst/>
          </a:prstGeom>
        </p:spPr>
      </p:pic>
      <p:grpSp>
        <p:nvGrpSpPr>
          <p:cNvPr id="2" name="Group 2">
            <a:extLst>
              <a:ext uri="{FF2B5EF4-FFF2-40B4-BE49-F238E27FC236}">
                <a16:creationId xmlns:a16="http://schemas.microsoft.com/office/drawing/2014/main" id="{A60F2AF9-7547-AF91-BA19-0DD7DE06EC53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E987EEA-537C-0FF0-495A-C20931921A0B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02AA1309-3F46-2229-0F43-836B34B06F55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AutoShape 9">
            <a:extLst>
              <a:ext uri="{FF2B5EF4-FFF2-40B4-BE49-F238E27FC236}">
                <a16:creationId xmlns:a16="http://schemas.microsoft.com/office/drawing/2014/main" id="{B74AB1D8-AAC1-445E-BF6F-5D8F9412D9EF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C44FF688-8AC9-D96F-4290-AB34CE3595D6}"/>
              </a:ext>
            </a:extLst>
          </p:cNvPr>
          <p:cNvSpPr txBox="1"/>
          <p:nvPr/>
        </p:nvSpPr>
        <p:spPr>
          <a:xfrm>
            <a:off x="76200" y="896534"/>
            <a:ext cx="7543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이론적 배경</a:t>
            </a: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: kubernetes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9A5272D-58BB-EB05-B4AB-D2DFEF758DE3}"/>
              </a:ext>
            </a:extLst>
          </p:cNvPr>
          <p:cNvCxnSpPr>
            <a:cxnSpLocks/>
          </p:cNvCxnSpPr>
          <p:nvPr/>
        </p:nvCxnSpPr>
        <p:spPr>
          <a:xfrm>
            <a:off x="16230600" y="4381500"/>
            <a:ext cx="16002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77355B91-6A53-70EE-102B-4B2F2EDFAD74}"/>
              </a:ext>
            </a:extLst>
          </p:cNvPr>
          <p:cNvCxnSpPr>
            <a:cxnSpLocks/>
          </p:cNvCxnSpPr>
          <p:nvPr/>
        </p:nvCxnSpPr>
        <p:spPr>
          <a:xfrm>
            <a:off x="16306800" y="5905500"/>
            <a:ext cx="16002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7BE5E17-11A9-161C-AE0A-BA8E51F2258B}"/>
              </a:ext>
            </a:extLst>
          </p:cNvPr>
          <p:cNvCxnSpPr>
            <a:cxnSpLocks/>
          </p:cNvCxnSpPr>
          <p:nvPr/>
        </p:nvCxnSpPr>
        <p:spPr>
          <a:xfrm>
            <a:off x="16306800" y="7505700"/>
            <a:ext cx="16002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DF29ECB-0FC3-F10B-0798-4E3A937CFDC8}"/>
              </a:ext>
            </a:extLst>
          </p:cNvPr>
          <p:cNvCxnSpPr>
            <a:cxnSpLocks/>
          </p:cNvCxnSpPr>
          <p:nvPr/>
        </p:nvCxnSpPr>
        <p:spPr>
          <a:xfrm>
            <a:off x="16230600" y="8191500"/>
            <a:ext cx="16002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그림 18" descr="텍스트, 스크린샷, 도표, 일렉트릭 블루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8FD2C7F-055B-B23C-7D13-AE5102D1F0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75" t="2254" r="6561" b="6838"/>
          <a:stretch/>
        </p:blipFill>
        <p:spPr>
          <a:xfrm>
            <a:off x="159366" y="1894565"/>
            <a:ext cx="7079634" cy="5091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810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AutoShape 9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그림 10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BB7EA61-E68E-0BD3-5004-956667146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038" y="3485268"/>
            <a:ext cx="2477236" cy="247723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B7A54B-1C66-CA8C-AE6A-416905DAD864}"/>
              </a:ext>
            </a:extLst>
          </p:cNvPr>
          <p:cNvSpPr txBox="1"/>
          <p:nvPr/>
        </p:nvSpPr>
        <p:spPr>
          <a:xfrm>
            <a:off x="499671" y="2971286"/>
            <a:ext cx="2438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client</a:t>
            </a:r>
            <a:endParaRPr lang="ko-KR" altLang="en-US" sz="3200" b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D32BCC-78CD-79E6-A77B-2A51FFD4749C}"/>
              </a:ext>
            </a:extLst>
          </p:cNvPr>
          <p:cNvSpPr txBox="1"/>
          <p:nvPr/>
        </p:nvSpPr>
        <p:spPr>
          <a:xfrm>
            <a:off x="4267200" y="3909525"/>
            <a:ext cx="2590800" cy="14465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Api Gateway</a:t>
            </a:r>
          </a:p>
          <a:p>
            <a:pPr algn="ctr"/>
            <a:r>
              <a:rPr lang="en-US" altLang="ko-KR" sz="2800" b="1"/>
              <a:t>(edge-server)</a:t>
            </a:r>
          </a:p>
          <a:p>
            <a:pPr algn="ctr"/>
            <a:r>
              <a:rPr lang="en-US" altLang="ko-KR" sz="2800" b="1"/>
              <a:t>(Port:8080)</a:t>
            </a:r>
            <a:endParaRPr lang="ko-KR" altLang="en-US" sz="2800" b="1"/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1BAD04DE-0FE0-BA43-3B91-D6E1D03790EC}"/>
              </a:ext>
            </a:extLst>
          </p:cNvPr>
          <p:cNvSpPr/>
          <p:nvPr/>
        </p:nvSpPr>
        <p:spPr>
          <a:xfrm>
            <a:off x="3197637" y="4178628"/>
            <a:ext cx="838200" cy="30083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B71344AC-3767-7F25-9FAD-E5447CA65560}"/>
              </a:ext>
            </a:extLst>
          </p:cNvPr>
          <p:cNvSpPr/>
          <p:nvPr/>
        </p:nvSpPr>
        <p:spPr>
          <a:xfrm rot="10800000">
            <a:off x="3124201" y="4696332"/>
            <a:ext cx="838200" cy="30083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26C390-5114-365E-B5FF-5CB6CE964C01}"/>
              </a:ext>
            </a:extLst>
          </p:cNvPr>
          <p:cNvSpPr txBox="1"/>
          <p:nvPr/>
        </p:nvSpPr>
        <p:spPr>
          <a:xfrm>
            <a:off x="9575625" y="1852251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Config-server</a:t>
            </a:r>
          </a:p>
          <a:p>
            <a:pPr algn="ctr"/>
            <a:r>
              <a:rPr lang="en-US" altLang="ko-KR" sz="2800" b="1"/>
              <a:t>(port:8888)</a:t>
            </a:r>
            <a:endParaRPr lang="ko-KR" altLang="en-US" sz="2800" b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C4CCE2-A50D-E1D4-A8F4-F4761074846B}"/>
              </a:ext>
            </a:extLst>
          </p:cNvPr>
          <p:cNvSpPr txBox="1"/>
          <p:nvPr/>
        </p:nvSpPr>
        <p:spPr>
          <a:xfrm>
            <a:off x="4146269" y="7086086"/>
            <a:ext cx="2832662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Eureka-Server</a:t>
            </a:r>
            <a:endParaRPr lang="en-US" altLang="ko-KR" sz="2800" b="1"/>
          </a:p>
          <a:p>
            <a:pPr algn="ctr"/>
            <a:r>
              <a:rPr lang="en-US" altLang="ko-KR" sz="2800" b="1"/>
              <a:t>(Port:8761)</a:t>
            </a:r>
            <a:endParaRPr lang="ko-KR" altLang="en-US" sz="2800" b="1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E9A0C602-2382-0543-9DCE-E76E56BF9687}"/>
              </a:ext>
            </a:extLst>
          </p:cNvPr>
          <p:cNvSpPr/>
          <p:nvPr/>
        </p:nvSpPr>
        <p:spPr>
          <a:xfrm rot="5400000">
            <a:off x="5013925" y="5962264"/>
            <a:ext cx="1097349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B63D00BE-E3E5-18BF-9D84-44F19F8B281A}"/>
              </a:ext>
            </a:extLst>
          </p:cNvPr>
          <p:cNvSpPr/>
          <p:nvPr/>
        </p:nvSpPr>
        <p:spPr>
          <a:xfrm rot="19896895">
            <a:off x="7457503" y="3140906"/>
            <a:ext cx="1545283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화살표: 오른쪽 21">
            <a:extLst>
              <a:ext uri="{FF2B5EF4-FFF2-40B4-BE49-F238E27FC236}">
                <a16:creationId xmlns:a16="http://schemas.microsoft.com/office/drawing/2014/main" id="{62671681-47F4-9A7E-14B9-EC136E85DEE1}"/>
              </a:ext>
            </a:extLst>
          </p:cNvPr>
          <p:cNvSpPr/>
          <p:nvPr/>
        </p:nvSpPr>
        <p:spPr>
          <a:xfrm>
            <a:off x="7589856" y="4417033"/>
            <a:ext cx="1545283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6EC0842E-DEA2-BF54-9F17-A9B9308F0E53}"/>
              </a:ext>
            </a:extLst>
          </p:cNvPr>
          <p:cNvSpPr/>
          <p:nvPr/>
        </p:nvSpPr>
        <p:spPr>
          <a:xfrm rot="1799255">
            <a:off x="7436191" y="5748532"/>
            <a:ext cx="1545283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F2B963-C1BD-D3E4-7988-F122A8CF37C9}"/>
              </a:ext>
            </a:extLst>
          </p:cNvPr>
          <p:cNvSpPr txBox="1"/>
          <p:nvPr/>
        </p:nvSpPr>
        <p:spPr>
          <a:xfrm>
            <a:off x="9575625" y="4048726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User-service</a:t>
            </a:r>
          </a:p>
          <a:p>
            <a:pPr algn="ctr"/>
            <a:r>
              <a:rPr lang="en-US" altLang="ko-KR" sz="2800" b="1"/>
              <a:t>(port:8060)</a:t>
            </a:r>
            <a:endParaRPr lang="ko-KR" altLang="en-US" sz="2800" b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136964-15ED-827C-3B16-E364604C390B}"/>
              </a:ext>
            </a:extLst>
          </p:cNvPr>
          <p:cNvSpPr txBox="1"/>
          <p:nvPr/>
        </p:nvSpPr>
        <p:spPr>
          <a:xfrm>
            <a:off x="9575625" y="6225517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Event-service</a:t>
            </a:r>
          </a:p>
          <a:p>
            <a:pPr algn="ctr"/>
            <a:r>
              <a:rPr lang="en-US" altLang="ko-KR" sz="2800" b="1"/>
              <a:t>(port:8070)</a:t>
            </a:r>
            <a:endParaRPr lang="ko-KR" altLang="en-US" sz="2800" b="1"/>
          </a:p>
        </p:txBody>
      </p:sp>
      <p:pic>
        <p:nvPicPr>
          <p:cNvPr id="27" name="그림 26" descr="그래픽, 폰트, 블랙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31741CA-E53A-9D54-66F0-C1D7A6C4D0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19"/>
          <a:stretch/>
        </p:blipFill>
        <p:spPr>
          <a:xfrm>
            <a:off x="13544769" y="135252"/>
            <a:ext cx="3713898" cy="1121682"/>
          </a:xfrm>
          <a:prstGeom prst="rect">
            <a:avLst/>
          </a:prstGeom>
        </p:spPr>
      </p:pic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713FDD93-AA04-5476-DFEE-7B157C6A4A27}"/>
              </a:ext>
            </a:extLst>
          </p:cNvPr>
          <p:cNvSpPr/>
          <p:nvPr/>
        </p:nvSpPr>
        <p:spPr>
          <a:xfrm rot="8927887">
            <a:off x="12563702" y="1462220"/>
            <a:ext cx="1143000" cy="34820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09350510-CA05-A91B-2249-D95589D15C88}"/>
              </a:ext>
            </a:extLst>
          </p:cNvPr>
          <p:cNvSpPr/>
          <p:nvPr/>
        </p:nvSpPr>
        <p:spPr>
          <a:xfrm rot="19808731">
            <a:off x="12390944" y="960460"/>
            <a:ext cx="1143000" cy="34820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04EC02AE-C275-04C7-5B9E-0E9075A9A893}"/>
              </a:ext>
            </a:extLst>
          </p:cNvPr>
          <p:cNvSpPr/>
          <p:nvPr/>
        </p:nvSpPr>
        <p:spPr>
          <a:xfrm rot="10800000">
            <a:off x="12564587" y="6624207"/>
            <a:ext cx="1198983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순서도: 처리 36">
            <a:extLst>
              <a:ext uri="{FF2B5EF4-FFF2-40B4-BE49-F238E27FC236}">
                <a16:creationId xmlns:a16="http://schemas.microsoft.com/office/drawing/2014/main" id="{AAB45BEA-D688-174F-5819-B6F6A9404982}"/>
              </a:ext>
            </a:extLst>
          </p:cNvPr>
          <p:cNvSpPr/>
          <p:nvPr/>
        </p:nvSpPr>
        <p:spPr>
          <a:xfrm rot="5400000">
            <a:off x="8463953" y="6545017"/>
            <a:ext cx="190809" cy="6110196"/>
          </a:xfrm>
          <a:prstGeom prst="flowChartProces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순서도: 처리 37">
            <a:extLst>
              <a:ext uri="{FF2B5EF4-FFF2-40B4-BE49-F238E27FC236}">
                <a16:creationId xmlns:a16="http://schemas.microsoft.com/office/drawing/2014/main" id="{18A75C98-DA1C-7478-2F40-8B79A5DEBD14}"/>
              </a:ext>
            </a:extLst>
          </p:cNvPr>
          <p:cNvSpPr/>
          <p:nvPr/>
        </p:nvSpPr>
        <p:spPr>
          <a:xfrm rot="5400000">
            <a:off x="12404565" y="8383849"/>
            <a:ext cx="184469" cy="2438400"/>
          </a:xfrm>
          <a:prstGeom prst="flowChartProces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순서도: 처리 38">
            <a:extLst>
              <a:ext uri="{FF2B5EF4-FFF2-40B4-BE49-F238E27FC236}">
                <a16:creationId xmlns:a16="http://schemas.microsoft.com/office/drawing/2014/main" id="{783A1EE7-466A-4CDD-691A-0334C908EB13}"/>
              </a:ext>
            </a:extLst>
          </p:cNvPr>
          <p:cNvSpPr/>
          <p:nvPr/>
        </p:nvSpPr>
        <p:spPr>
          <a:xfrm>
            <a:off x="13714228" y="2360083"/>
            <a:ext cx="194857" cy="7335201"/>
          </a:xfrm>
          <a:prstGeom prst="flowChartProces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화살표: 오른쪽 39">
            <a:extLst>
              <a:ext uri="{FF2B5EF4-FFF2-40B4-BE49-F238E27FC236}">
                <a16:creationId xmlns:a16="http://schemas.microsoft.com/office/drawing/2014/main" id="{6D2008A2-07B7-1F88-3989-A909171D17F3}"/>
              </a:ext>
            </a:extLst>
          </p:cNvPr>
          <p:cNvSpPr/>
          <p:nvPr/>
        </p:nvSpPr>
        <p:spPr>
          <a:xfrm rot="10800000">
            <a:off x="12564586" y="4374073"/>
            <a:ext cx="1149642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1457F5E8-5BD1-38F3-F6AB-F3F448E09658}"/>
              </a:ext>
            </a:extLst>
          </p:cNvPr>
          <p:cNvSpPr/>
          <p:nvPr/>
        </p:nvSpPr>
        <p:spPr>
          <a:xfrm rot="10800000">
            <a:off x="12570042" y="2256169"/>
            <a:ext cx="1144186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12E0F366-3932-86FB-3020-414C354E0BDC}"/>
              </a:ext>
            </a:extLst>
          </p:cNvPr>
          <p:cNvSpPr/>
          <p:nvPr/>
        </p:nvSpPr>
        <p:spPr>
          <a:xfrm rot="16200000">
            <a:off x="4848808" y="8769121"/>
            <a:ext cx="1427585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그림 43" descr="그래픽, 스크린샷, 그래픽 디자인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A35A0ED-EB31-BB0D-7A15-E2DB258A4C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9088" y="2238539"/>
            <a:ext cx="1345886" cy="1810187"/>
          </a:xfrm>
          <a:prstGeom prst="rect">
            <a:avLst/>
          </a:prstGeom>
        </p:spPr>
      </p:pic>
      <p:pic>
        <p:nvPicPr>
          <p:cNvPr id="48" name="그림 47" descr="텍스트, 폰트, 디자인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C1E4910-B57E-5089-5DFD-0DB4051C4A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43092" y="5024007"/>
            <a:ext cx="2847975" cy="1600200"/>
          </a:xfrm>
          <a:prstGeom prst="rect">
            <a:avLst/>
          </a:prstGeom>
        </p:spPr>
      </p:pic>
      <p:sp>
        <p:nvSpPr>
          <p:cNvPr id="5" name="TextBox 13">
            <a:extLst>
              <a:ext uri="{FF2B5EF4-FFF2-40B4-BE49-F238E27FC236}">
                <a16:creationId xmlns:a16="http://schemas.microsoft.com/office/drawing/2014/main" id="{E0BA1C1F-A75A-389C-5266-96DF242BFD4B}"/>
              </a:ext>
            </a:extLst>
          </p:cNvPr>
          <p:cNvSpPr txBox="1"/>
          <p:nvPr/>
        </p:nvSpPr>
        <p:spPr>
          <a:xfrm>
            <a:off x="76200" y="896534"/>
            <a:ext cx="7076762" cy="16257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4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3. </a:t>
            </a:r>
            <a:r>
              <a:rPr lang="ko-KR" altLang="en-US" sz="44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altLang="ko-KR" sz="44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sz="40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Spring</a:t>
            </a:r>
            <a:r>
              <a:rPr lang="ko-KR" altLang="en-US" sz="40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altLang="ko-KR" sz="40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Cloud</a:t>
            </a:r>
            <a:r>
              <a:rPr lang="ko-KR" altLang="en-US" sz="40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 구성</a:t>
            </a:r>
            <a:endParaRPr lang="en-US" sz="40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32967-BE59-12D3-DAE1-6617A6DC7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B9FD9C9-D547-A04B-8B64-256EFF3E8014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7096828-80E1-2507-28CD-B1A5F0AC8FBE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1F26DDC-AB44-E43C-1D09-79E0070050F8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AutoShape 9">
            <a:extLst>
              <a:ext uri="{FF2B5EF4-FFF2-40B4-BE49-F238E27FC236}">
                <a16:creationId xmlns:a16="http://schemas.microsoft.com/office/drawing/2014/main" id="{5D7A2E5B-13E8-3B9C-EEDB-98A03FC2F547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4D00C-501F-6E4B-5D5A-AEC3EFD4AFCD}"/>
              </a:ext>
            </a:extLst>
          </p:cNvPr>
          <p:cNvSpPr txBox="1"/>
          <p:nvPr/>
        </p:nvSpPr>
        <p:spPr>
          <a:xfrm>
            <a:off x="990600" y="7389094"/>
            <a:ext cx="2590800" cy="14465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Api Gateway</a:t>
            </a:r>
          </a:p>
          <a:p>
            <a:pPr algn="ctr"/>
            <a:r>
              <a:rPr lang="en-US" altLang="ko-KR" sz="2800" b="1"/>
              <a:t>(edge-server)</a:t>
            </a:r>
          </a:p>
          <a:p>
            <a:pPr algn="ctr"/>
            <a:r>
              <a:rPr lang="en-US" altLang="ko-KR" sz="2800" b="1"/>
              <a:t>(Port:8080)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AF6B51-7E29-46C6-FF5C-B23904860137}"/>
              </a:ext>
            </a:extLst>
          </p:cNvPr>
          <p:cNvSpPr txBox="1"/>
          <p:nvPr/>
        </p:nvSpPr>
        <p:spPr>
          <a:xfrm>
            <a:off x="914400" y="2900862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Config-server</a:t>
            </a:r>
          </a:p>
          <a:p>
            <a:pPr algn="ctr"/>
            <a:r>
              <a:rPr lang="en-US" altLang="ko-KR" sz="2800" b="1"/>
              <a:t>(port:8888)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B5ADBC-E314-0D80-2EAB-FA1B0AF20EB6}"/>
              </a:ext>
            </a:extLst>
          </p:cNvPr>
          <p:cNvSpPr txBox="1"/>
          <p:nvPr/>
        </p:nvSpPr>
        <p:spPr>
          <a:xfrm>
            <a:off x="3810000" y="5181156"/>
            <a:ext cx="2823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Eureka-Server</a:t>
            </a:r>
            <a:endParaRPr lang="en-US" altLang="ko-KR" sz="2800" b="1"/>
          </a:p>
          <a:p>
            <a:pPr algn="ctr"/>
            <a:r>
              <a:rPr lang="en-US" altLang="ko-KR" sz="2800" b="1"/>
              <a:t>(Port:8761)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47E42C-D2B4-CE31-4FCC-70F22C01AF91}"/>
              </a:ext>
            </a:extLst>
          </p:cNvPr>
          <p:cNvSpPr txBox="1"/>
          <p:nvPr/>
        </p:nvSpPr>
        <p:spPr>
          <a:xfrm>
            <a:off x="914400" y="4439745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/>
              <a:t>Docker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CA44B-5503-D222-18E6-3988435135B8}"/>
              </a:ext>
            </a:extLst>
          </p:cNvPr>
          <p:cNvSpPr txBox="1"/>
          <p:nvPr/>
        </p:nvSpPr>
        <p:spPr>
          <a:xfrm>
            <a:off x="914400" y="3916525"/>
            <a:ext cx="2590800" cy="5232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b="1"/>
              <a:t>CI/CD pipeline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47AF5C-6EFF-CFE7-0E75-322C0BF5F301}"/>
              </a:ext>
            </a:extLst>
          </p:cNvPr>
          <p:cNvSpPr txBox="1"/>
          <p:nvPr/>
        </p:nvSpPr>
        <p:spPr>
          <a:xfrm>
            <a:off x="990600" y="8835644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/>
              <a:t>Docker</a:t>
            </a:r>
            <a:endParaRPr lang="ko-KR" altLang="en-US" sz="32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545B91-0D03-709C-1C28-DBB3FA1EE883}"/>
              </a:ext>
            </a:extLst>
          </p:cNvPr>
          <p:cNvSpPr txBox="1"/>
          <p:nvPr/>
        </p:nvSpPr>
        <p:spPr>
          <a:xfrm>
            <a:off x="3801139" y="6196819"/>
            <a:ext cx="2832661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/>
              <a:t>Docker</a:t>
            </a:r>
            <a:endParaRPr lang="ko-KR" altLang="en-US" sz="32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8334A9-3277-BBD8-3F0C-B505F4008ABC}"/>
              </a:ext>
            </a:extLst>
          </p:cNvPr>
          <p:cNvSpPr txBox="1"/>
          <p:nvPr/>
        </p:nvSpPr>
        <p:spPr>
          <a:xfrm>
            <a:off x="7157597" y="2395274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User-service</a:t>
            </a:r>
          </a:p>
          <a:p>
            <a:pPr algn="ctr"/>
            <a:r>
              <a:rPr lang="en-US" altLang="ko-KR" sz="2800" b="1"/>
              <a:t>(port:8060)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BCDBDB-53A0-B576-F24E-62BFFFB46109}"/>
              </a:ext>
            </a:extLst>
          </p:cNvPr>
          <p:cNvSpPr txBox="1"/>
          <p:nvPr/>
        </p:nvSpPr>
        <p:spPr>
          <a:xfrm>
            <a:off x="10972800" y="1075042"/>
            <a:ext cx="655922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400"/>
              <a:t> </a:t>
            </a:r>
            <a:r>
              <a:rPr lang="en-US" altLang="ko-KR" sz="4000"/>
              <a:t>Customer </a:t>
            </a:r>
            <a:r>
              <a:rPr lang="ko-KR" altLang="en-US" sz="4000"/>
              <a:t>의 관리</a:t>
            </a:r>
            <a:r>
              <a:rPr lang="en-US" altLang="ko-KR" sz="4000"/>
              <a:t> </a:t>
            </a:r>
          </a:p>
          <a:p>
            <a:endParaRPr lang="en-US" altLang="ko-KR" sz="400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/>
              <a:t> DB</a:t>
            </a:r>
            <a:r>
              <a:rPr lang="ko-KR" altLang="en-US" sz="4000"/>
              <a:t>에 </a:t>
            </a:r>
            <a:r>
              <a:rPr lang="en-US" altLang="ko-KR" sz="4000"/>
              <a:t>Insert</a:t>
            </a:r>
            <a:r>
              <a:rPr lang="ko-KR" altLang="en-US" sz="4000"/>
              <a:t> </a:t>
            </a:r>
            <a:r>
              <a:rPr lang="en-US" altLang="ko-KR" sz="4000"/>
              <a:t>/</a:t>
            </a:r>
            <a:r>
              <a:rPr lang="ko-KR" altLang="en-US" sz="4000"/>
              <a:t> </a:t>
            </a:r>
            <a:r>
              <a:rPr lang="en-US" altLang="ko-KR" sz="4000"/>
              <a:t>Delete</a:t>
            </a:r>
          </a:p>
          <a:p>
            <a:r>
              <a:rPr lang="en-US" altLang="ko-KR" sz="4000"/>
              <a:t>  	</a:t>
            </a:r>
            <a:r>
              <a:rPr lang="en-US" altLang="ko-KR" sz="3200"/>
              <a:t>(MongoDB)</a:t>
            </a:r>
          </a:p>
          <a:p>
            <a:endParaRPr lang="en-US" altLang="ko-KR" sz="400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/>
              <a:t> Message</a:t>
            </a:r>
            <a:r>
              <a:rPr lang="ko-KR" altLang="en-US" sz="4000"/>
              <a:t> </a:t>
            </a:r>
            <a:r>
              <a:rPr lang="en-US" altLang="ko-KR" sz="4000"/>
              <a:t>Queue</a:t>
            </a:r>
            <a:r>
              <a:rPr lang="ko-KR" altLang="en-US" sz="4000"/>
              <a:t> 큐 생성</a:t>
            </a:r>
            <a:endParaRPr lang="en-US" altLang="ko-KR" sz="4000"/>
          </a:p>
          <a:p>
            <a:r>
              <a:rPr lang="en-US" altLang="ko-KR" sz="3200"/>
              <a:t>	(RabbitMQ)</a:t>
            </a:r>
          </a:p>
          <a:p>
            <a:r>
              <a:rPr lang="en-US" altLang="ko-KR" sz="4000"/>
              <a:t> 	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4AE484-6BAD-12AD-3C4D-3DC11FBE6C33}"/>
              </a:ext>
            </a:extLst>
          </p:cNvPr>
          <p:cNvSpPr txBox="1"/>
          <p:nvPr/>
        </p:nvSpPr>
        <p:spPr>
          <a:xfrm>
            <a:off x="7153407" y="7057951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Event-service</a:t>
            </a:r>
          </a:p>
          <a:p>
            <a:pPr algn="ctr"/>
            <a:r>
              <a:rPr lang="en-US" altLang="ko-KR" sz="2800" b="1"/>
              <a:t>(port:8070)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F44707-BE72-5F07-1BBD-8CDC429EB518}"/>
              </a:ext>
            </a:extLst>
          </p:cNvPr>
          <p:cNvSpPr txBox="1"/>
          <p:nvPr/>
        </p:nvSpPr>
        <p:spPr>
          <a:xfrm>
            <a:off x="11051833" y="6691962"/>
            <a:ext cx="655922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/>
              <a:t> Event, Message </a:t>
            </a:r>
            <a:r>
              <a:rPr lang="ko-KR" altLang="en-US" sz="4000"/>
              <a:t>의 생성</a:t>
            </a:r>
            <a:endParaRPr lang="en-US" altLang="ko-KR" sz="4000"/>
          </a:p>
          <a:p>
            <a:endParaRPr lang="en-US" altLang="ko-KR" sz="400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3600"/>
              <a:t>Message</a:t>
            </a:r>
            <a:r>
              <a:rPr lang="ko-KR" altLang="en-US" sz="3600"/>
              <a:t> </a:t>
            </a:r>
            <a:r>
              <a:rPr lang="en-US" altLang="ko-KR" sz="3600"/>
              <a:t>Queue</a:t>
            </a:r>
            <a:r>
              <a:rPr lang="ko-KR" altLang="en-US" sz="3600"/>
              <a:t>를 비동기 큐 주고받기 </a:t>
            </a:r>
            <a:r>
              <a:rPr lang="en-US" altLang="ko-KR" sz="3200"/>
              <a:t>(RabbitMQ)	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FD20E9-8D95-9470-F2D4-5FDC6898AF29}"/>
              </a:ext>
            </a:extLst>
          </p:cNvPr>
          <p:cNvSpPr txBox="1"/>
          <p:nvPr/>
        </p:nvSpPr>
        <p:spPr>
          <a:xfrm>
            <a:off x="7157597" y="3424419"/>
            <a:ext cx="2590800" cy="5232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/>
              <a:t>MongoDB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AE1ECE-4470-515B-EBA5-D56AA4DA8F74}"/>
              </a:ext>
            </a:extLst>
          </p:cNvPr>
          <p:cNvSpPr txBox="1"/>
          <p:nvPr/>
        </p:nvSpPr>
        <p:spPr>
          <a:xfrm>
            <a:off x="7157597" y="4532414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/>
              <a:t>Docker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B96E4AA-66A6-2841-E1CB-5776FA5F40E7}"/>
              </a:ext>
            </a:extLst>
          </p:cNvPr>
          <p:cNvSpPr txBox="1"/>
          <p:nvPr/>
        </p:nvSpPr>
        <p:spPr>
          <a:xfrm>
            <a:off x="7157597" y="3947639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/>
              <a:t>RabbitMQ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0FBC49-BE8D-350A-38F9-BA939F489158}"/>
              </a:ext>
            </a:extLst>
          </p:cNvPr>
          <p:cNvSpPr txBox="1"/>
          <p:nvPr/>
        </p:nvSpPr>
        <p:spPr>
          <a:xfrm>
            <a:off x="7153407" y="8073614"/>
            <a:ext cx="259499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/>
              <a:t>RabbitMQ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E608E-B6E1-DC99-F487-07011CD3E758}"/>
              </a:ext>
            </a:extLst>
          </p:cNvPr>
          <p:cNvSpPr txBox="1"/>
          <p:nvPr/>
        </p:nvSpPr>
        <p:spPr>
          <a:xfrm>
            <a:off x="7153407" y="8658389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/>
              <a:t>Docker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0082B0-08E6-B371-5508-00C6045B1890}"/>
              </a:ext>
            </a:extLst>
          </p:cNvPr>
          <p:cNvSpPr txBox="1"/>
          <p:nvPr/>
        </p:nvSpPr>
        <p:spPr>
          <a:xfrm>
            <a:off x="76200" y="896534"/>
            <a:ext cx="7076762" cy="16257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4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3. </a:t>
            </a:r>
            <a:r>
              <a:rPr lang="ko-KR" altLang="en-US" sz="44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altLang="ko-KR" sz="44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sz="40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Spring</a:t>
            </a:r>
            <a:r>
              <a:rPr lang="ko-KR" altLang="en-US" sz="40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altLang="ko-KR" sz="40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Cloud</a:t>
            </a:r>
            <a:r>
              <a:rPr lang="ko-KR" altLang="en-US" sz="40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 구성</a:t>
            </a:r>
            <a:endParaRPr lang="en-US" sz="40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</p:spTree>
    <p:extLst>
      <p:ext uri="{BB962C8B-B14F-4D97-AF65-F5344CB8AC3E}">
        <p14:creationId xmlns:p14="http://schemas.microsoft.com/office/powerpoint/2010/main" val="16893340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D11A3F63-401B-54CF-58A4-578BCE4E13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201083"/>
            <a:ext cx="4686300" cy="9776463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47907124-BA55-25BB-81FD-2D1C360B735A}"/>
              </a:ext>
            </a:extLst>
          </p:cNvPr>
          <p:cNvSpPr txBox="1"/>
          <p:nvPr/>
        </p:nvSpPr>
        <p:spPr>
          <a:xfrm>
            <a:off x="76200" y="866273"/>
            <a:ext cx="4674929" cy="731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sz="33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Docker-Compose.yaml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40457CA-EB70-0787-54DD-8DE5B4CB2129}"/>
              </a:ext>
            </a:extLst>
          </p:cNvPr>
          <p:cNvCxnSpPr>
            <a:cxnSpLocks/>
          </p:cNvCxnSpPr>
          <p:nvPr/>
        </p:nvCxnSpPr>
        <p:spPr>
          <a:xfrm>
            <a:off x="6337156" y="1231854"/>
            <a:ext cx="19812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0D7F4670-E19C-7F48-A451-4C8FE899E1C1}"/>
              </a:ext>
            </a:extLst>
          </p:cNvPr>
          <p:cNvCxnSpPr>
            <a:cxnSpLocks/>
          </p:cNvCxnSpPr>
          <p:nvPr/>
        </p:nvCxnSpPr>
        <p:spPr>
          <a:xfrm>
            <a:off x="6280006" y="3179494"/>
            <a:ext cx="203835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916D8504-2180-AE01-52A6-044E1F395CE8}"/>
              </a:ext>
            </a:extLst>
          </p:cNvPr>
          <p:cNvCxnSpPr>
            <a:cxnSpLocks/>
          </p:cNvCxnSpPr>
          <p:nvPr/>
        </p:nvCxnSpPr>
        <p:spPr>
          <a:xfrm>
            <a:off x="6248400" y="5600700"/>
            <a:ext cx="206995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F051A2C1-2FAE-B735-93C5-8FD54D709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2552700"/>
            <a:ext cx="6183298" cy="2133600"/>
          </a:xfrm>
          <a:prstGeom prst="rect">
            <a:avLst/>
          </a:prstGeom>
        </p:spPr>
      </p:pic>
      <p:sp>
        <p:nvSpPr>
          <p:cNvPr id="9" name="TextBox 13">
            <a:extLst>
              <a:ext uri="{FF2B5EF4-FFF2-40B4-BE49-F238E27FC236}">
                <a16:creationId xmlns:a16="http://schemas.microsoft.com/office/drawing/2014/main" id="{4B2BD9AC-456C-02FA-B380-521158FCF808}"/>
              </a:ext>
            </a:extLst>
          </p:cNvPr>
          <p:cNvSpPr txBox="1"/>
          <p:nvPr/>
        </p:nvSpPr>
        <p:spPr>
          <a:xfrm>
            <a:off x="11430000" y="1821538"/>
            <a:ext cx="4674929" cy="731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sz="33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Dockerfile</a:t>
            </a:r>
          </a:p>
        </p:txBody>
      </p:sp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6AADC6E2-FF48-E216-814D-151650CE55DE}"/>
              </a:ext>
            </a:extLst>
          </p:cNvPr>
          <p:cNvSpPr/>
          <p:nvPr/>
        </p:nvSpPr>
        <p:spPr>
          <a:xfrm rot="12404939">
            <a:off x="9712685" y="3625566"/>
            <a:ext cx="1321974" cy="6789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오른쪽 중괄호 10">
            <a:extLst>
              <a:ext uri="{FF2B5EF4-FFF2-40B4-BE49-F238E27FC236}">
                <a16:creationId xmlns:a16="http://schemas.microsoft.com/office/drawing/2014/main" id="{0C3F970D-AEAE-D196-EE03-612EEA3A4406}"/>
              </a:ext>
            </a:extLst>
          </p:cNvPr>
          <p:cNvSpPr/>
          <p:nvPr/>
        </p:nvSpPr>
        <p:spPr>
          <a:xfrm>
            <a:off x="8657995" y="1155655"/>
            <a:ext cx="838200" cy="4445045"/>
          </a:xfrm>
          <a:prstGeom prst="righ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5B3DFB6-B94F-B169-8010-BF8E19D73B7C}"/>
              </a:ext>
            </a:extLst>
          </p:cNvPr>
          <p:cNvSpPr txBox="1"/>
          <p:nvPr/>
        </p:nvSpPr>
        <p:spPr>
          <a:xfrm>
            <a:off x="11430000" y="4867125"/>
            <a:ext cx="6705600" cy="15805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sz="33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Dockerfile: </a:t>
            </a:r>
            <a:r>
              <a:rPr lang="ko-KR" altLang="en-US" sz="33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각 </a:t>
            </a:r>
            <a:r>
              <a:rPr lang="en-US" altLang="ko-KR" sz="33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Spring Boot </a:t>
            </a:r>
            <a:r>
              <a:rPr lang="ko-KR" altLang="en-US" sz="33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서비스를 </a:t>
            </a:r>
            <a:r>
              <a:rPr lang="ko-KR" altLang="en-US" sz="3300" b="1" spc="-65">
                <a:solidFill>
                  <a:srgbClr val="FF0000"/>
                </a:solidFill>
                <a:latin typeface="윤고딕"/>
                <a:ea typeface="윤고딕"/>
                <a:cs typeface="윤고딕"/>
                <a:sym typeface="윤고딕"/>
              </a:rPr>
              <a:t>컨테이너</a:t>
            </a:r>
            <a:r>
              <a:rPr lang="ko-KR" altLang="en-US" sz="33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로 만들어주는 </a:t>
            </a:r>
            <a:r>
              <a:rPr lang="en-US" altLang="ko-KR" sz="33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file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46D6E5AD-EFC2-AF34-1767-7C81CA71CDEC}"/>
              </a:ext>
            </a:extLst>
          </p:cNvPr>
          <p:cNvCxnSpPr>
            <a:cxnSpLocks/>
          </p:cNvCxnSpPr>
          <p:nvPr/>
        </p:nvCxnSpPr>
        <p:spPr>
          <a:xfrm>
            <a:off x="12573000" y="2865100"/>
            <a:ext cx="203835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EB19181F-8350-4665-0492-322C92EC8858}"/>
              </a:ext>
            </a:extLst>
          </p:cNvPr>
          <p:cNvCxnSpPr>
            <a:cxnSpLocks/>
          </p:cNvCxnSpPr>
          <p:nvPr/>
        </p:nvCxnSpPr>
        <p:spPr>
          <a:xfrm>
            <a:off x="12039600" y="4686300"/>
            <a:ext cx="38862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4447-259E-2665-CDE8-FADEF4222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F49AAC0-830C-2910-93B3-052F86D0021F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8116389-488B-EEC2-2ED6-192418E88225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45B804C-3B17-399B-B01E-A93A920BD3CB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AutoShape 9">
            <a:extLst>
              <a:ext uri="{FF2B5EF4-FFF2-40B4-BE49-F238E27FC236}">
                <a16:creationId xmlns:a16="http://schemas.microsoft.com/office/drawing/2014/main" id="{5D3A5A69-F34C-4DCE-14D6-470FBF9083CC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E3E2DAF8-DC4A-D633-77EF-0FD541714809}"/>
              </a:ext>
            </a:extLst>
          </p:cNvPr>
          <p:cNvSpPr txBox="1"/>
          <p:nvPr/>
        </p:nvSpPr>
        <p:spPr>
          <a:xfrm>
            <a:off x="76200" y="896534"/>
            <a:ext cx="7010400" cy="16015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3.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>
              <a:lnSpc>
                <a:spcPts val="6589"/>
              </a:lnSpc>
              <a:spcBef>
                <a:spcPct val="0"/>
              </a:spcBef>
            </a:pPr>
            <a:r>
              <a:rPr lang="ko-KR" altLang="en-US" sz="40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서브 시스템</a:t>
            </a:r>
            <a:endParaRPr lang="en-US" altLang="ko-KR" sz="40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pic>
        <p:nvPicPr>
          <p:cNvPr id="14" name="그림 13" descr="텍스트, 폰트, 도표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FE85E02-6BED-9F80-0ABD-B88195FEB1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74" r="9430"/>
          <a:stretch/>
        </p:blipFill>
        <p:spPr>
          <a:xfrm>
            <a:off x="248405" y="4136457"/>
            <a:ext cx="8076445" cy="490694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85FD62-3310-852B-1C55-8917FCFDCC09}"/>
              </a:ext>
            </a:extLst>
          </p:cNvPr>
          <p:cNvSpPr txBox="1"/>
          <p:nvPr/>
        </p:nvSpPr>
        <p:spPr>
          <a:xfrm>
            <a:off x="2286000" y="3358798"/>
            <a:ext cx="381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/>
              <a:t>RabbitMQ</a:t>
            </a:r>
            <a:endParaRPr lang="ko-KR" altLang="en-US" sz="4000"/>
          </a:p>
        </p:txBody>
      </p:sp>
      <p:pic>
        <p:nvPicPr>
          <p:cNvPr id="21" name="그림 20" descr="텍스트, 직사각형, 스크린샷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E818C68-132F-16A6-DA1C-7F7AFDFD0C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3100" y="1579744"/>
            <a:ext cx="7391400" cy="42595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874370D-279A-95C0-5C1A-B1D6C75C7612}"/>
              </a:ext>
            </a:extLst>
          </p:cNvPr>
          <p:cNvSpPr txBox="1"/>
          <p:nvPr/>
        </p:nvSpPr>
        <p:spPr>
          <a:xfrm>
            <a:off x="11353800" y="647700"/>
            <a:ext cx="3810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/>
              <a:t>MongoDB</a:t>
            </a:r>
            <a:endParaRPr lang="ko-KR" altLang="en-US" sz="4400"/>
          </a:p>
        </p:txBody>
      </p:sp>
      <p:pic>
        <p:nvPicPr>
          <p:cNvPr id="24" name="그래픽 23">
            <a:extLst>
              <a:ext uri="{FF2B5EF4-FFF2-40B4-BE49-F238E27FC236}">
                <a16:creationId xmlns:a16="http://schemas.microsoft.com/office/drawing/2014/main" id="{51D7680A-E29E-9E28-37F3-63FCD6ECBF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6596" y="6430985"/>
            <a:ext cx="6419944" cy="320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6260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07775-4C07-F011-0A0F-3BB7029DB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6226767-7D98-34F8-0F7B-15495C63919D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059D13E-2387-ECDF-67A6-A1A4AA861BF3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2AE4DB1-9F2A-01AF-CA75-9176A5C30C52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AutoShape 9">
            <a:extLst>
              <a:ext uri="{FF2B5EF4-FFF2-40B4-BE49-F238E27FC236}">
                <a16:creationId xmlns:a16="http://schemas.microsoft.com/office/drawing/2014/main" id="{AB14FA08-C468-1B5F-6DE4-1910BE1B1E23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62161B4C-2966-4457-4FBC-60EEE2D86FB1}"/>
              </a:ext>
            </a:extLst>
          </p:cNvPr>
          <p:cNvSpPr txBox="1"/>
          <p:nvPr/>
        </p:nvSpPr>
        <p:spPr>
          <a:xfrm>
            <a:off x="76200" y="896534"/>
            <a:ext cx="7391400" cy="24479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3. 2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 구현하는 서비스의 기능</a:t>
            </a:r>
            <a:endParaRPr lang="en-US" sz="40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>
              <a:lnSpc>
                <a:spcPts val="6589"/>
              </a:lnSpc>
              <a:spcBef>
                <a:spcPct val="0"/>
              </a:spcBef>
            </a:pPr>
            <a:r>
              <a:rPr lang="ko-KR" altLang="en-US" sz="40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마이크로 서비스 기능들</a:t>
            </a:r>
            <a:endParaRPr lang="en-US" sz="40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>
              <a:lnSpc>
                <a:spcPts val="6589"/>
              </a:lnSpc>
              <a:spcBef>
                <a:spcPct val="0"/>
              </a:spcBef>
            </a:pPr>
            <a:endParaRPr lang="en-US" sz="40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ECF843-0D9F-DEE5-EC9C-A15399DF7725}"/>
              </a:ext>
            </a:extLst>
          </p:cNvPr>
          <p:cNvSpPr txBox="1"/>
          <p:nvPr/>
        </p:nvSpPr>
        <p:spPr>
          <a:xfrm>
            <a:off x="1371600" y="2781300"/>
            <a:ext cx="14706600" cy="7032694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4100"/>
              <a:t>1. </a:t>
            </a:r>
            <a:r>
              <a:rPr lang="ko-KR" altLang="en-US" sz="4100"/>
              <a:t>고객 등록 기능 </a:t>
            </a:r>
            <a:r>
              <a:rPr lang="en-US" altLang="ko-KR" sz="4100"/>
              <a:t>(Create)</a:t>
            </a:r>
          </a:p>
          <a:p>
            <a:r>
              <a:rPr lang="en-US" altLang="ko-KR" sz="4100"/>
              <a:t> </a:t>
            </a:r>
          </a:p>
          <a:p>
            <a:r>
              <a:rPr lang="en-US" altLang="ko-KR" sz="4100"/>
              <a:t>2. </a:t>
            </a:r>
            <a:r>
              <a:rPr lang="ko-KR" altLang="en-US" sz="4100"/>
              <a:t>고객 조회 기능 </a:t>
            </a:r>
            <a:r>
              <a:rPr lang="en-US" altLang="ko-KR" sz="4100"/>
              <a:t>(Read)</a:t>
            </a:r>
          </a:p>
          <a:p>
            <a:r>
              <a:rPr lang="en-US" altLang="ko-KR" sz="4100"/>
              <a:t> </a:t>
            </a:r>
          </a:p>
          <a:p>
            <a:r>
              <a:rPr lang="en-US" altLang="ko-KR" sz="4100"/>
              <a:t>3. </a:t>
            </a:r>
            <a:r>
              <a:rPr lang="ko-KR" altLang="en-US" sz="4100"/>
              <a:t>고객 업데이트 기능 </a:t>
            </a:r>
            <a:r>
              <a:rPr lang="en-US" altLang="ko-KR" sz="4100"/>
              <a:t>(Update)</a:t>
            </a:r>
          </a:p>
          <a:p>
            <a:r>
              <a:rPr lang="en-US" altLang="ko-KR" sz="4100"/>
              <a:t> </a:t>
            </a:r>
          </a:p>
          <a:p>
            <a:r>
              <a:rPr lang="en-US" altLang="ko-KR" sz="4100"/>
              <a:t>4. </a:t>
            </a:r>
            <a:r>
              <a:rPr lang="ko-KR" altLang="en-US" sz="4100"/>
              <a:t>고객 삭제 기능 </a:t>
            </a:r>
            <a:r>
              <a:rPr lang="en-US" altLang="ko-KR" sz="4100"/>
              <a:t>(Delete)</a:t>
            </a:r>
          </a:p>
          <a:p>
            <a:r>
              <a:rPr lang="en-US" altLang="ko-KR" sz="4100"/>
              <a:t> </a:t>
            </a:r>
          </a:p>
          <a:p>
            <a:r>
              <a:rPr lang="en-US" altLang="ko-KR" sz="4100"/>
              <a:t>5. </a:t>
            </a:r>
            <a:r>
              <a:rPr lang="ko-KR" altLang="en-US" sz="4100"/>
              <a:t>고객 등록 시 이벤트 발생 기능</a:t>
            </a:r>
            <a:endParaRPr lang="en-US" altLang="ko-KR" sz="4100"/>
          </a:p>
          <a:p>
            <a:endParaRPr lang="en-US" altLang="ko-KR" sz="4100"/>
          </a:p>
          <a:p>
            <a:r>
              <a:rPr lang="en-US" altLang="ko-KR" sz="4100"/>
              <a:t>6. </a:t>
            </a:r>
            <a:r>
              <a:rPr lang="ko-KR" altLang="en-US" sz="4100"/>
              <a:t>간단한 메세지 이벤트 발생 기능</a:t>
            </a:r>
            <a:endParaRPr lang="en-US" altLang="ko-KR" sz="4100"/>
          </a:p>
        </p:txBody>
      </p:sp>
      <p:sp>
        <p:nvSpPr>
          <p:cNvPr id="6" name="오른쪽 중괄호 5">
            <a:extLst>
              <a:ext uri="{FF2B5EF4-FFF2-40B4-BE49-F238E27FC236}">
                <a16:creationId xmlns:a16="http://schemas.microsoft.com/office/drawing/2014/main" id="{B220F5D0-995C-2F59-CF9E-BE7E793F253E}"/>
              </a:ext>
            </a:extLst>
          </p:cNvPr>
          <p:cNvSpPr/>
          <p:nvPr/>
        </p:nvSpPr>
        <p:spPr>
          <a:xfrm>
            <a:off x="8305800" y="2767355"/>
            <a:ext cx="914400" cy="4419600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오른쪽 중괄호 6">
            <a:extLst>
              <a:ext uri="{FF2B5EF4-FFF2-40B4-BE49-F238E27FC236}">
                <a16:creationId xmlns:a16="http://schemas.microsoft.com/office/drawing/2014/main" id="{B19AB631-7724-1448-511F-E4AC1E74923F}"/>
              </a:ext>
            </a:extLst>
          </p:cNvPr>
          <p:cNvSpPr/>
          <p:nvPr/>
        </p:nvSpPr>
        <p:spPr>
          <a:xfrm>
            <a:off x="9448800" y="8039100"/>
            <a:ext cx="990600" cy="1435640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580AF1-D720-C2B0-E9C7-EBED779195C8}"/>
              </a:ext>
            </a:extLst>
          </p:cNvPr>
          <p:cNvSpPr txBox="1"/>
          <p:nvPr/>
        </p:nvSpPr>
        <p:spPr>
          <a:xfrm>
            <a:off x="9677400" y="4501222"/>
            <a:ext cx="3493040" cy="646331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User-Service</a:t>
            </a:r>
            <a:endParaRPr lang="ko-KR" altLang="en-US" sz="36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3E72A-6AA2-BB11-4018-472B198B797D}"/>
              </a:ext>
            </a:extLst>
          </p:cNvPr>
          <p:cNvSpPr txBox="1"/>
          <p:nvPr/>
        </p:nvSpPr>
        <p:spPr>
          <a:xfrm>
            <a:off x="10820400" y="8267700"/>
            <a:ext cx="3493040" cy="646331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Event-Service</a:t>
            </a:r>
            <a:endParaRPr lang="ko-KR" altLang="en-US" sz="3600"/>
          </a:p>
        </p:txBody>
      </p:sp>
    </p:spTree>
    <p:extLst>
      <p:ext uri="{BB962C8B-B14F-4D97-AF65-F5344CB8AC3E}">
        <p14:creationId xmlns:p14="http://schemas.microsoft.com/office/powerpoint/2010/main" val="21851348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7" name="그림 66" descr="상징, 원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1482838-6422-BEDF-5242-D5DCCED234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2727" y="2396106"/>
            <a:ext cx="1562534" cy="1522860"/>
          </a:xfrm>
          <a:prstGeom prst="rect">
            <a:avLst/>
          </a:prstGeom>
        </p:spPr>
      </p:pic>
      <p:sp>
        <p:nvSpPr>
          <p:cNvPr id="96" name="TextBox 8">
            <a:extLst>
              <a:ext uri="{FF2B5EF4-FFF2-40B4-BE49-F238E27FC236}">
                <a16:creationId xmlns:a16="http://schemas.microsoft.com/office/drawing/2014/main" id="{2BE080D5-7880-AB44-C4E1-CBA2CA05A6F9}"/>
              </a:ext>
            </a:extLst>
          </p:cNvPr>
          <p:cNvSpPr txBox="1"/>
          <p:nvPr/>
        </p:nvSpPr>
        <p:spPr>
          <a:xfrm>
            <a:off x="33835" y="944123"/>
            <a:ext cx="9262565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3.3 Kubernetes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의 오케스트레이션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9CF578A-8B3F-E457-7065-3CB30CCCCE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83" y="1965752"/>
            <a:ext cx="3610632" cy="7660548"/>
          </a:xfrm>
          <a:prstGeom prst="rect">
            <a:avLst/>
          </a:prstGeom>
        </p:spPr>
      </p:pic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8C4D510D-21CE-800D-44C4-3ED3B7807B11}"/>
              </a:ext>
            </a:extLst>
          </p:cNvPr>
          <p:cNvSpPr/>
          <p:nvPr/>
        </p:nvSpPr>
        <p:spPr>
          <a:xfrm>
            <a:off x="3860015" y="4013896"/>
            <a:ext cx="838200" cy="4931095"/>
          </a:xfrm>
          <a:prstGeom prst="righ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C3314D0-AE9A-1834-5311-9427895AE485}"/>
              </a:ext>
            </a:extLst>
          </p:cNvPr>
          <p:cNvCxnSpPr/>
          <p:nvPr/>
        </p:nvCxnSpPr>
        <p:spPr>
          <a:xfrm>
            <a:off x="1676400" y="6188955"/>
            <a:ext cx="8382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FA8EA31E-C955-7B45-F0A3-FFE3C7412A37}"/>
              </a:ext>
            </a:extLst>
          </p:cNvPr>
          <p:cNvCxnSpPr>
            <a:cxnSpLocks/>
          </p:cNvCxnSpPr>
          <p:nvPr/>
        </p:nvCxnSpPr>
        <p:spPr>
          <a:xfrm>
            <a:off x="1676400" y="6452703"/>
            <a:ext cx="1371600" cy="41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순서도: 처리 5">
            <a:extLst>
              <a:ext uri="{FF2B5EF4-FFF2-40B4-BE49-F238E27FC236}">
                <a16:creationId xmlns:a16="http://schemas.microsoft.com/office/drawing/2014/main" id="{EB81A716-B677-4B90-35BE-0CCDA45BDFA0}"/>
              </a:ext>
            </a:extLst>
          </p:cNvPr>
          <p:cNvSpPr/>
          <p:nvPr/>
        </p:nvSpPr>
        <p:spPr>
          <a:xfrm>
            <a:off x="7359637" y="4060800"/>
            <a:ext cx="1788710" cy="1657381"/>
          </a:xfrm>
          <a:prstGeom prst="flowChartProcess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DF5D61-E9F2-8F21-BC33-BC4B2D912961}"/>
              </a:ext>
            </a:extLst>
          </p:cNvPr>
          <p:cNvSpPr txBox="1"/>
          <p:nvPr/>
        </p:nvSpPr>
        <p:spPr>
          <a:xfrm>
            <a:off x="13899684" y="3326085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Pod1</a:t>
            </a:r>
            <a:endParaRPr lang="ko-KR" altLang="en-US" sz="2000" b="1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279335-43DE-CB04-C545-65FF9AC07C3B}"/>
              </a:ext>
            </a:extLst>
          </p:cNvPr>
          <p:cNvSpPr txBox="1"/>
          <p:nvPr/>
        </p:nvSpPr>
        <p:spPr>
          <a:xfrm>
            <a:off x="13899684" y="3737942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/>
              <a:t>Eureka-server</a:t>
            </a:r>
            <a:endParaRPr lang="ko-KR" altLang="en-US" sz="2000"/>
          </a:p>
        </p:txBody>
      </p:sp>
      <p:sp>
        <p:nvSpPr>
          <p:cNvPr id="18" name="순서도: 처리 17">
            <a:extLst>
              <a:ext uri="{FF2B5EF4-FFF2-40B4-BE49-F238E27FC236}">
                <a16:creationId xmlns:a16="http://schemas.microsoft.com/office/drawing/2014/main" id="{32BE1975-8F31-1457-9ADB-A75D03E10155}"/>
              </a:ext>
            </a:extLst>
          </p:cNvPr>
          <p:cNvSpPr/>
          <p:nvPr/>
        </p:nvSpPr>
        <p:spPr>
          <a:xfrm>
            <a:off x="13790684" y="2321481"/>
            <a:ext cx="4192516" cy="2912664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294837-C417-B637-8B3B-B2CCAC3247D6}"/>
              </a:ext>
            </a:extLst>
          </p:cNvPr>
          <p:cNvSpPr txBox="1"/>
          <p:nvPr/>
        </p:nvSpPr>
        <p:spPr>
          <a:xfrm>
            <a:off x="12750058" y="1710389"/>
            <a:ext cx="2077113" cy="49244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/>
              <a:t>Worker</a:t>
            </a:r>
            <a:r>
              <a:rPr lang="en-US" altLang="ko-KR" sz="2600" b="1"/>
              <a:t> node1</a:t>
            </a:r>
            <a:endParaRPr lang="ko-KR" altLang="en-US" sz="2600" b="1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7A6A42-25B4-70D1-5257-01652516D9D9}"/>
              </a:ext>
            </a:extLst>
          </p:cNvPr>
          <p:cNvSpPr txBox="1"/>
          <p:nvPr/>
        </p:nvSpPr>
        <p:spPr>
          <a:xfrm>
            <a:off x="12750058" y="2183731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err="1"/>
              <a:t>Kubelet</a:t>
            </a:r>
            <a:endParaRPr lang="ko-KR" altLang="en-US" sz="2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2DA73E-1F3D-BF6D-D815-0EEA0FCCAF52}"/>
              </a:ext>
            </a:extLst>
          </p:cNvPr>
          <p:cNvSpPr txBox="1"/>
          <p:nvPr/>
        </p:nvSpPr>
        <p:spPr>
          <a:xfrm>
            <a:off x="12750058" y="2624442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err="1"/>
              <a:t>Kubelet</a:t>
            </a:r>
            <a:r>
              <a:rPr lang="en-US" altLang="ko-KR" sz="2400"/>
              <a:t>-proxy</a:t>
            </a:r>
            <a:endParaRPr lang="ko-KR" altLang="en-US" sz="2400"/>
          </a:p>
        </p:txBody>
      </p:sp>
      <p:sp>
        <p:nvSpPr>
          <p:cNvPr id="22" name="순서도: 처리 21">
            <a:extLst>
              <a:ext uri="{FF2B5EF4-FFF2-40B4-BE49-F238E27FC236}">
                <a16:creationId xmlns:a16="http://schemas.microsoft.com/office/drawing/2014/main" id="{75084FC1-F71D-41CA-9BB5-9B4AE66D2C6A}"/>
              </a:ext>
            </a:extLst>
          </p:cNvPr>
          <p:cNvSpPr/>
          <p:nvPr/>
        </p:nvSpPr>
        <p:spPr>
          <a:xfrm>
            <a:off x="13780497" y="6549668"/>
            <a:ext cx="4192516" cy="2912664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1001CE-C5EC-7AB0-AD56-AFDB452DA83F}"/>
              </a:ext>
            </a:extLst>
          </p:cNvPr>
          <p:cNvSpPr txBox="1"/>
          <p:nvPr/>
        </p:nvSpPr>
        <p:spPr>
          <a:xfrm>
            <a:off x="16221061" y="3319790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Pod3</a:t>
            </a:r>
            <a:endParaRPr lang="ko-KR" altLang="en-US" sz="2000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0B8559-F36E-6D92-955C-1BD9FADF9F43}"/>
              </a:ext>
            </a:extLst>
          </p:cNvPr>
          <p:cNvSpPr txBox="1"/>
          <p:nvPr/>
        </p:nvSpPr>
        <p:spPr>
          <a:xfrm>
            <a:off x="16221061" y="3731647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/>
              <a:t>Config-server</a:t>
            </a:r>
            <a:endParaRPr lang="ko-KR" altLang="en-US" sz="20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6DC2D2-4A0E-308E-39D1-A1A9719FF84E}"/>
              </a:ext>
            </a:extLst>
          </p:cNvPr>
          <p:cNvSpPr txBox="1"/>
          <p:nvPr/>
        </p:nvSpPr>
        <p:spPr>
          <a:xfrm>
            <a:off x="13893045" y="7590817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Pod1</a:t>
            </a:r>
            <a:endParaRPr lang="ko-KR" altLang="en-US" sz="2000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240ECE-B620-DB80-68D3-A23AFA19A8B0}"/>
              </a:ext>
            </a:extLst>
          </p:cNvPr>
          <p:cNvSpPr txBox="1"/>
          <p:nvPr/>
        </p:nvSpPr>
        <p:spPr>
          <a:xfrm>
            <a:off x="13893045" y="8002674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/>
              <a:t>Edge-server</a:t>
            </a:r>
            <a:endParaRPr lang="ko-KR" altLang="en-US" sz="20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C6992C-E6D9-A98A-D02B-D08908F37472}"/>
              </a:ext>
            </a:extLst>
          </p:cNvPr>
          <p:cNvSpPr txBox="1"/>
          <p:nvPr/>
        </p:nvSpPr>
        <p:spPr>
          <a:xfrm>
            <a:off x="13899684" y="8511866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Pod2</a:t>
            </a:r>
            <a:endParaRPr lang="ko-KR" altLang="en-US" sz="2000" b="1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973960D-EDFB-DF7D-9D27-2C4B69B3DB8D}"/>
              </a:ext>
            </a:extLst>
          </p:cNvPr>
          <p:cNvSpPr txBox="1"/>
          <p:nvPr/>
        </p:nvSpPr>
        <p:spPr>
          <a:xfrm>
            <a:off x="13899684" y="8923723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/>
              <a:t>Event-service</a:t>
            </a:r>
            <a:endParaRPr lang="ko-KR" altLang="en-US" sz="20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C70078A-223C-DBCD-6605-F71A1745A0C0}"/>
              </a:ext>
            </a:extLst>
          </p:cNvPr>
          <p:cNvSpPr txBox="1"/>
          <p:nvPr/>
        </p:nvSpPr>
        <p:spPr>
          <a:xfrm>
            <a:off x="13900347" y="4249105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Pod2</a:t>
            </a:r>
            <a:endParaRPr lang="ko-KR" altLang="en-US" sz="2000" b="1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B4E930-6749-B227-5CF2-8AE316A67A7D}"/>
              </a:ext>
            </a:extLst>
          </p:cNvPr>
          <p:cNvSpPr txBox="1"/>
          <p:nvPr/>
        </p:nvSpPr>
        <p:spPr>
          <a:xfrm>
            <a:off x="13900347" y="4660962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/>
              <a:t>User-service</a:t>
            </a:r>
            <a:endParaRPr lang="ko-KR" altLang="en-US" sz="20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355689A-27DB-FEB2-1046-0AB109A7DFB0}"/>
              </a:ext>
            </a:extLst>
          </p:cNvPr>
          <p:cNvSpPr txBox="1"/>
          <p:nvPr/>
        </p:nvSpPr>
        <p:spPr>
          <a:xfrm>
            <a:off x="12716388" y="5960673"/>
            <a:ext cx="2077113" cy="49244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/>
              <a:t>Worker</a:t>
            </a:r>
            <a:r>
              <a:rPr lang="en-US" altLang="ko-KR" sz="2600" b="1"/>
              <a:t> node2</a:t>
            </a:r>
            <a:endParaRPr lang="ko-KR" altLang="en-US" sz="2600" b="1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2C6ECF-2DEA-5DEE-A4B1-320E8DD57CA8}"/>
              </a:ext>
            </a:extLst>
          </p:cNvPr>
          <p:cNvSpPr txBox="1"/>
          <p:nvPr/>
        </p:nvSpPr>
        <p:spPr>
          <a:xfrm>
            <a:off x="12716388" y="6434015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err="1"/>
              <a:t>Kubelet</a:t>
            </a:r>
            <a:endParaRPr lang="ko-KR" altLang="en-US" sz="24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68FB15-4CB6-6BE6-EE98-853CDAB33670}"/>
              </a:ext>
            </a:extLst>
          </p:cNvPr>
          <p:cNvSpPr txBox="1"/>
          <p:nvPr/>
        </p:nvSpPr>
        <p:spPr>
          <a:xfrm>
            <a:off x="12716388" y="6874726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err="1"/>
              <a:t>Kubelet</a:t>
            </a:r>
            <a:r>
              <a:rPr lang="en-US" altLang="ko-KR" sz="2400"/>
              <a:t>-proxy</a:t>
            </a:r>
            <a:endParaRPr lang="ko-KR" altLang="en-US" sz="240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F39769-2BA1-4923-84B6-2AEB528E8FE0}"/>
              </a:ext>
            </a:extLst>
          </p:cNvPr>
          <p:cNvSpPr txBox="1"/>
          <p:nvPr/>
        </p:nvSpPr>
        <p:spPr>
          <a:xfrm>
            <a:off x="16221061" y="8506140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Pod3</a:t>
            </a:r>
            <a:endParaRPr lang="ko-KR" altLang="en-US" sz="2000" b="1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9DE013E-8295-EFFA-80AA-C61521D8CA99}"/>
              </a:ext>
            </a:extLst>
          </p:cNvPr>
          <p:cNvSpPr txBox="1"/>
          <p:nvPr/>
        </p:nvSpPr>
        <p:spPr>
          <a:xfrm>
            <a:off x="16221061" y="8917997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/>
              <a:t>RabbitMQ</a:t>
            </a:r>
            <a:endParaRPr lang="ko-KR" altLang="en-US" sz="20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CDFCD1-9E26-87F8-DB23-CF212EBC43E2}"/>
              </a:ext>
            </a:extLst>
          </p:cNvPr>
          <p:cNvSpPr txBox="1"/>
          <p:nvPr/>
        </p:nvSpPr>
        <p:spPr>
          <a:xfrm>
            <a:off x="16221061" y="4242651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Pod4</a:t>
            </a:r>
            <a:endParaRPr lang="ko-KR" altLang="en-US" sz="20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B8E7C0-223F-FA37-97CC-939F4A57527F}"/>
              </a:ext>
            </a:extLst>
          </p:cNvPr>
          <p:cNvSpPr txBox="1"/>
          <p:nvPr/>
        </p:nvSpPr>
        <p:spPr>
          <a:xfrm>
            <a:off x="16221061" y="4654508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err="1"/>
              <a:t>MongDB</a:t>
            </a:r>
            <a:endParaRPr lang="ko-KR" altLang="en-US" sz="2000"/>
          </a:p>
        </p:txBody>
      </p:sp>
      <p:pic>
        <p:nvPicPr>
          <p:cNvPr id="43" name="그림 42" descr="상징, 그래픽, 폰트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3DCB833-3673-4E21-47DF-DBB8CCB56F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1" t="22615" r="53730" b="21360"/>
          <a:stretch/>
        </p:blipFill>
        <p:spPr>
          <a:xfrm>
            <a:off x="11128114" y="1893540"/>
            <a:ext cx="1226397" cy="1522860"/>
          </a:xfrm>
          <a:prstGeom prst="rect">
            <a:avLst/>
          </a:prstGeom>
        </p:spPr>
      </p:pic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E3956A4D-5E18-6408-3286-D0662FDB94CC}"/>
              </a:ext>
            </a:extLst>
          </p:cNvPr>
          <p:cNvSpPr/>
          <p:nvPr/>
        </p:nvSpPr>
        <p:spPr>
          <a:xfrm rot="19659743">
            <a:off x="9351501" y="3781532"/>
            <a:ext cx="1545283" cy="424740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5" name="그림 44" descr="상징, 그래픽, 폰트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A08B66B5-CE05-1E54-F5E9-C5F872F0FF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0" t="22615" r="52133" b="21360"/>
          <a:stretch/>
        </p:blipFill>
        <p:spPr>
          <a:xfrm>
            <a:off x="11161783" y="6152073"/>
            <a:ext cx="1192728" cy="1522860"/>
          </a:xfrm>
          <a:prstGeom prst="rect">
            <a:avLst/>
          </a:prstGeom>
        </p:spPr>
      </p:pic>
      <p:sp>
        <p:nvSpPr>
          <p:cNvPr id="46" name="화살표: 오른쪽 45">
            <a:extLst>
              <a:ext uri="{FF2B5EF4-FFF2-40B4-BE49-F238E27FC236}">
                <a16:creationId xmlns:a16="http://schemas.microsoft.com/office/drawing/2014/main" id="{F38F7ED5-E562-F435-66A2-F3B9C2262939}"/>
              </a:ext>
            </a:extLst>
          </p:cNvPr>
          <p:cNvSpPr/>
          <p:nvPr/>
        </p:nvSpPr>
        <p:spPr>
          <a:xfrm rot="1838747">
            <a:off x="9374432" y="5400038"/>
            <a:ext cx="1545283" cy="424740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Object 6">
            <a:extLst>
              <a:ext uri="{FF2B5EF4-FFF2-40B4-BE49-F238E27FC236}">
                <a16:creationId xmlns:a16="http://schemas.microsoft.com/office/drawing/2014/main" id="{198DD85F-F3BF-CE2C-5633-1CF145DD8E90}"/>
              </a:ext>
            </a:extLst>
          </p:cNvPr>
          <p:cNvSpPr txBox="1"/>
          <p:nvPr/>
        </p:nvSpPr>
        <p:spPr>
          <a:xfrm>
            <a:off x="8677482" y="6226315"/>
            <a:ext cx="2790586" cy="4924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sz="2600" b="1" err="1">
                <a:latin typeface="윤고딕" panose="020B0600000101010101" charset="-127"/>
                <a:ea typeface="윤고딕" panose="020B0600000101010101" charset="-127"/>
              </a:rPr>
              <a:t>RoadBalancing</a:t>
            </a:r>
            <a:endParaRPr lang="en-US" sz="2600" b="1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066CC7D6-4F1E-4EAB-7C9C-50918B2B7226}"/>
              </a:ext>
            </a:extLst>
          </p:cNvPr>
          <p:cNvSpPr txBox="1"/>
          <p:nvPr/>
        </p:nvSpPr>
        <p:spPr>
          <a:xfrm>
            <a:off x="10960969" y="3323511"/>
            <a:ext cx="2320133" cy="4924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sz="2600" b="1">
                <a:latin typeface="윤고딕" panose="020B0600000101010101" charset="-127"/>
                <a:ea typeface="윤고딕" panose="020B0600000101010101" charset="-127"/>
              </a:rPr>
              <a:t>Auto Scaling</a:t>
            </a:r>
          </a:p>
        </p:txBody>
      </p:sp>
      <p:sp>
        <p:nvSpPr>
          <p:cNvPr id="66" name="Object 6">
            <a:extLst>
              <a:ext uri="{FF2B5EF4-FFF2-40B4-BE49-F238E27FC236}">
                <a16:creationId xmlns:a16="http://schemas.microsoft.com/office/drawing/2014/main" id="{A447C977-8C83-D8E2-6518-1D258CB27110}"/>
              </a:ext>
            </a:extLst>
          </p:cNvPr>
          <p:cNvSpPr txBox="1"/>
          <p:nvPr/>
        </p:nvSpPr>
        <p:spPr>
          <a:xfrm>
            <a:off x="10960969" y="7527331"/>
            <a:ext cx="2320133" cy="4924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sz="2600" b="1">
                <a:latin typeface="윤고딕" panose="020B0600000101010101" charset="-127"/>
                <a:ea typeface="윤고딕" panose="020B0600000101010101" charset="-127"/>
              </a:rPr>
              <a:t>Auto Scaling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32EFA2C-5116-76B1-4210-2BB1A5D50681}"/>
              </a:ext>
            </a:extLst>
          </p:cNvPr>
          <p:cNvSpPr txBox="1"/>
          <p:nvPr/>
        </p:nvSpPr>
        <p:spPr>
          <a:xfrm>
            <a:off x="6666988" y="3532236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/>
              <a:t>Control Plane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54A84E-9986-C9DC-E5FF-A9169092757C}"/>
              </a:ext>
            </a:extLst>
          </p:cNvPr>
          <p:cNvSpPr txBox="1"/>
          <p:nvPr/>
        </p:nvSpPr>
        <p:spPr>
          <a:xfrm>
            <a:off x="6666988" y="3993901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/>
              <a:t>Scheduler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84E7B3-8D89-F19C-C0FC-8608ACA3D9DC}"/>
              </a:ext>
            </a:extLst>
          </p:cNvPr>
          <p:cNvSpPr txBox="1"/>
          <p:nvPr/>
        </p:nvSpPr>
        <p:spPr>
          <a:xfrm>
            <a:off x="6666988" y="4457223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/>
              <a:t>API Server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55E5D62-C3E1-7476-746B-5056B9D3DF0A}"/>
              </a:ext>
            </a:extLst>
          </p:cNvPr>
          <p:cNvSpPr txBox="1"/>
          <p:nvPr/>
        </p:nvSpPr>
        <p:spPr>
          <a:xfrm>
            <a:off x="6666988" y="4917231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err="1"/>
              <a:t>Etcd</a:t>
            </a:r>
            <a:endParaRPr lang="en-US" altLang="ko-KR" sz="2400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D680C6F-3EC2-41D9-BA14-3C7DE2FAB2F2}"/>
              </a:ext>
            </a:extLst>
          </p:cNvPr>
          <p:cNvCxnSpPr>
            <a:cxnSpLocks/>
          </p:cNvCxnSpPr>
          <p:nvPr/>
        </p:nvCxnSpPr>
        <p:spPr>
          <a:xfrm flipV="1">
            <a:off x="15623032" y="4604661"/>
            <a:ext cx="457200" cy="64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45DBF12-D1F5-78A7-FC9F-93CF0915E764}"/>
              </a:ext>
            </a:extLst>
          </p:cNvPr>
          <p:cNvCxnSpPr>
            <a:cxnSpLocks/>
          </p:cNvCxnSpPr>
          <p:nvPr/>
        </p:nvCxnSpPr>
        <p:spPr>
          <a:xfrm flipV="1">
            <a:off x="15623032" y="8873451"/>
            <a:ext cx="457200" cy="64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순서도: 연결자 73">
            <a:extLst>
              <a:ext uri="{FF2B5EF4-FFF2-40B4-BE49-F238E27FC236}">
                <a16:creationId xmlns:a16="http://schemas.microsoft.com/office/drawing/2014/main" id="{3292EE0F-D567-747C-4CDE-DBB4530220F9}"/>
              </a:ext>
            </a:extLst>
          </p:cNvPr>
          <p:cNvSpPr/>
          <p:nvPr/>
        </p:nvSpPr>
        <p:spPr>
          <a:xfrm>
            <a:off x="16405655" y="7927097"/>
            <a:ext cx="70238" cy="127659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순서도: 연결자 74">
            <a:extLst>
              <a:ext uri="{FF2B5EF4-FFF2-40B4-BE49-F238E27FC236}">
                <a16:creationId xmlns:a16="http://schemas.microsoft.com/office/drawing/2014/main" id="{B0501DA8-9B77-2E5F-2C79-8E982252D825}"/>
              </a:ext>
            </a:extLst>
          </p:cNvPr>
          <p:cNvSpPr/>
          <p:nvPr/>
        </p:nvSpPr>
        <p:spPr>
          <a:xfrm>
            <a:off x="16881282" y="7934384"/>
            <a:ext cx="70238" cy="127659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순서도: 연결자 75">
            <a:extLst>
              <a:ext uri="{FF2B5EF4-FFF2-40B4-BE49-F238E27FC236}">
                <a16:creationId xmlns:a16="http://schemas.microsoft.com/office/drawing/2014/main" id="{8F716938-C9BB-1EAE-FC1F-D17EFFCE1257}"/>
              </a:ext>
            </a:extLst>
          </p:cNvPr>
          <p:cNvSpPr/>
          <p:nvPr/>
        </p:nvSpPr>
        <p:spPr>
          <a:xfrm>
            <a:off x="17356909" y="7934384"/>
            <a:ext cx="70238" cy="127659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0C787D09-3284-ECA6-185F-E6B23246024C}"/>
              </a:ext>
            </a:extLst>
          </p:cNvPr>
          <p:cNvCxnSpPr>
            <a:cxnSpLocks/>
          </p:cNvCxnSpPr>
          <p:nvPr/>
        </p:nvCxnSpPr>
        <p:spPr>
          <a:xfrm flipH="1">
            <a:off x="15600667" y="4768685"/>
            <a:ext cx="4707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5ED0269F-17B5-67C9-A940-AB74C8C68AB2}"/>
              </a:ext>
            </a:extLst>
          </p:cNvPr>
          <p:cNvCxnSpPr>
            <a:cxnSpLocks/>
          </p:cNvCxnSpPr>
          <p:nvPr/>
        </p:nvCxnSpPr>
        <p:spPr>
          <a:xfrm flipH="1">
            <a:off x="15585810" y="9029700"/>
            <a:ext cx="4707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E5E22-2C9C-DDC6-8ADC-299E5919E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C1A00DE-E498-39E0-E000-5719DE95D64C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0AE8836-1FB7-6CC7-F983-554BFAA70F58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B35C5DD-9608-EF11-CB17-21B359F04237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63B450F0-8965-A323-97FC-A293E0F835BF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9F2BA6-26AB-23A0-0495-5A8F87D47ACC}"/>
              </a:ext>
            </a:extLst>
          </p:cNvPr>
          <p:cNvSpPr txBox="1"/>
          <p:nvPr/>
        </p:nvSpPr>
        <p:spPr>
          <a:xfrm>
            <a:off x="21077" y="944123"/>
            <a:ext cx="5105400" cy="1764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3.4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 오토 스케일링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HPA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&amp;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KEDA</a:t>
            </a:r>
          </a:p>
          <a:p>
            <a:pPr algn="r">
              <a:lnSpc>
                <a:spcPts val="6589"/>
              </a:lnSpc>
              <a:spcBef>
                <a:spcPct val="0"/>
              </a:spcBef>
            </a:pPr>
            <a:endParaRPr lang="en-US" sz="4800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pic>
        <p:nvPicPr>
          <p:cNvPr id="6" name="그림 5" descr="텍스트, 스크린샷, 도표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AA1EEED-A0D8-476C-92DE-D4182AFD9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1" r="8642" b="7020"/>
          <a:stretch/>
        </p:blipFill>
        <p:spPr>
          <a:xfrm>
            <a:off x="9220200" y="3982932"/>
            <a:ext cx="8102011" cy="5522645"/>
          </a:xfrm>
          <a:prstGeom prst="rect">
            <a:avLst/>
          </a:prstGeom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DB7EFF82-ED16-D7E4-729A-B6924C9048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0999" y="4229100"/>
            <a:ext cx="7696969" cy="5113777"/>
          </a:xfrm>
          <a:prstGeom prst="rect">
            <a:avLst/>
          </a:prstGeom>
        </p:spPr>
      </p:pic>
      <p:sp>
        <p:nvSpPr>
          <p:cNvPr id="12" name="Object 6">
            <a:extLst>
              <a:ext uri="{FF2B5EF4-FFF2-40B4-BE49-F238E27FC236}">
                <a16:creationId xmlns:a16="http://schemas.microsoft.com/office/drawing/2014/main" id="{4190CD23-86EA-5848-A218-BB4E11BA589F}"/>
              </a:ext>
            </a:extLst>
          </p:cNvPr>
          <p:cNvSpPr txBox="1"/>
          <p:nvPr/>
        </p:nvSpPr>
        <p:spPr>
          <a:xfrm>
            <a:off x="9143999" y="2706463"/>
            <a:ext cx="8534402" cy="9541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2800" b="1">
                <a:latin typeface="윤고딕" panose="020B0600000101010101" charset="-127"/>
                <a:ea typeface="윤고딕" panose="020B0600000101010101" charset="-127"/>
              </a:rPr>
              <a:t>KEDA(Kubernetes Event-Driven Autoscaling)</a:t>
            </a:r>
          </a:p>
          <a:p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이벤트 </a:t>
            </a:r>
            <a:r>
              <a:rPr lang="ko-KR" altLang="en-US" sz="2800" b="1">
                <a:solidFill>
                  <a:srgbClr val="0070C0"/>
                </a:solidFill>
                <a:latin typeface="윤고딕" panose="020B0600000101010101" charset="-127"/>
                <a:ea typeface="윤고딕" panose="020B0600000101010101" charset="-127"/>
              </a:rPr>
              <a:t>메시지 큐 </a:t>
            </a:r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길이를 기반으로 </a:t>
            </a:r>
            <a:r>
              <a:rPr lang="ko-KR" altLang="en-US" sz="2800" b="1" err="1">
                <a:latin typeface="윤고딕" panose="020B0600000101010101" charset="-127"/>
                <a:ea typeface="윤고딕" panose="020B0600000101010101" charset="-127"/>
              </a:rPr>
              <a:t>파드</a:t>
            </a:r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 수를 자동 확장</a:t>
            </a:r>
            <a:endParaRPr lang="en-US" sz="2800" b="1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25322CD3-59D2-AEC0-10F9-5EDD4503D25F}"/>
              </a:ext>
            </a:extLst>
          </p:cNvPr>
          <p:cNvSpPr txBox="1"/>
          <p:nvPr/>
        </p:nvSpPr>
        <p:spPr>
          <a:xfrm>
            <a:off x="152400" y="2692934"/>
            <a:ext cx="8458200" cy="9541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2800" b="1">
                <a:latin typeface="윤고딕" panose="020B0600000101010101" charset="-127"/>
                <a:ea typeface="윤고딕" panose="020B0600000101010101" charset="-127"/>
              </a:rPr>
              <a:t>HPA(Horizontal Pod </a:t>
            </a:r>
            <a:r>
              <a:rPr lang="en-US" sz="2800" b="1" err="1">
                <a:latin typeface="윤고딕" panose="020B0600000101010101" charset="-127"/>
                <a:ea typeface="윤고딕" panose="020B0600000101010101" charset="-127"/>
              </a:rPr>
              <a:t>Autoscaler</a:t>
            </a:r>
            <a:r>
              <a:rPr lang="en-US" sz="2800" b="1">
                <a:latin typeface="윤고딕" panose="020B0600000101010101" charset="-127"/>
                <a:ea typeface="윤고딕" panose="020B0600000101010101" charset="-127"/>
              </a:rPr>
              <a:t>)</a:t>
            </a:r>
          </a:p>
          <a:p>
            <a:r>
              <a:rPr lang="en-US" sz="2800" b="1">
                <a:solidFill>
                  <a:srgbClr val="0070C0"/>
                </a:solidFill>
                <a:latin typeface="윤고딕" panose="020B0600000101010101" charset="-127"/>
                <a:ea typeface="윤고딕" panose="020B0600000101010101" charset="-127"/>
              </a:rPr>
              <a:t>CPU </a:t>
            </a:r>
            <a:r>
              <a:rPr lang="ko-KR" altLang="en-US" sz="2800" b="1">
                <a:solidFill>
                  <a:srgbClr val="0070C0"/>
                </a:solidFill>
                <a:latin typeface="윤고딕" panose="020B0600000101010101" charset="-127"/>
                <a:ea typeface="윤고딕" panose="020B0600000101010101" charset="-127"/>
              </a:rPr>
              <a:t>사용률</a:t>
            </a:r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에 따라 </a:t>
            </a:r>
            <a:r>
              <a:rPr lang="ko-KR" altLang="en-US" sz="2800" b="1" err="1">
                <a:latin typeface="윤고딕" panose="020B0600000101010101" charset="-127"/>
                <a:ea typeface="윤고딕" panose="020B0600000101010101" charset="-127"/>
              </a:rPr>
              <a:t>파드를</a:t>
            </a:r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 자동을 확장 시켜주는 기능</a:t>
            </a:r>
            <a:endParaRPr lang="en-US" sz="2800" b="1">
              <a:latin typeface="윤고딕" panose="020B0600000101010101" charset="-127"/>
              <a:ea typeface="윤고딕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9338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2186C-43B3-896A-B681-0085BE9EC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F5F76C1-403E-4A13-08E8-16A0FC5D8074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F67D78D-158C-2016-82D6-4CF634351333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7EBD04F-5208-94D1-BC32-388C0F545E9F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1F9DC1F9-992A-AC90-C6F3-E48103A7C62E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75F2AFE-EBD3-0772-F2C9-B951562E8339}"/>
              </a:ext>
            </a:extLst>
          </p:cNvPr>
          <p:cNvSpPr txBox="1"/>
          <p:nvPr/>
        </p:nvSpPr>
        <p:spPr>
          <a:xfrm>
            <a:off x="0" y="944124"/>
            <a:ext cx="5105400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4.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인프라 및 테스트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5069426-D9DC-F0D6-2D2C-84680268D8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1362569"/>
              </p:ext>
            </p:extLst>
          </p:nvPr>
        </p:nvGraphicFramePr>
        <p:xfrm>
          <a:off x="457200" y="2984570"/>
          <a:ext cx="9296399" cy="519380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422351668"/>
                    </a:ext>
                  </a:extLst>
                </a:gridCol>
                <a:gridCol w="2763128">
                  <a:extLst>
                    <a:ext uri="{9D8B030D-6E8A-4147-A177-3AD203B41FA5}">
                      <a16:colId xmlns:a16="http://schemas.microsoft.com/office/drawing/2014/main" val="1335915219"/>
                    </a:ext>
                  </a:extLst>
                </a:gridCol>
                <a:gridCol w="3790071">
                  <a:extLst>
                    <a:ext uri="{9D8B030D-6E8A-4147-A177-3AD203B41FA5}">
                      <a16:colId xmlns:a16="http://schemas.microsoft.com/office/drawing/2014/main" val="4062001538"/>
                    </a:ext>
                  </a:extLst>
                </a:gridCol>
              </a:tblGrid>
              <a:tr h="825992"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Tech Stack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Version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Etc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89269929"/>
                  </a:ext>
                </a:extLst>
              </a:tr>
              <a:tr h="698008"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Spring Boot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3.2.4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>
                          <a:effectLst/>
                        </a:rPr>
                        <a:t>서비스 프레임워크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9393998"/>
                  </a:ext>
                </a:extLst>
              </a:tr>
              <a:tr h="641351"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Spring Cloud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2023.0.1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>
                          <a:effectLst/>
                        </a:rPr>
                        <a:t>애플리케이션 프레임워크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03465566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MongoDB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7.0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>
                          <a:effectLst/>
                        </a:rPr>
                        <a:t>정보 저장 데이터베이스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2557673"/>
                  </a:ext>
                </a:extLst>
              </a:tr>
              <a:tr h="590057"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RabbitMQ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3.12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>
                          <a:effectLst/>
                        </a:rPr>
                        <a:t>이벤트 메시지 큐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59228998"/>
                  </a:ext>
                </a:extLst>
              </a:tr>
              <a:tr h="590057"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Maven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Apache Maven 3.6.3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>
                          <a:effectLst/>
                        </a:rPr>
                        <a:t>프로젝트 빌드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01842942"/>
                  </a:ext>
                </a:extLst>
              </a:tr>
              <a:tr h="648686"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Kubernetes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Kubeadm / v1.28.15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>
                          <a:effectLst/>
                        </a:rPr>
                        <a:t>클러스터 오케스트레이션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83769818"/>
                  </a:ext>
                </a:extLst>
              </a:tr>
              <a:tr h="590057"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Linux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Ubuntu 22.04 LTS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2000" kern="100">
                          <a:effectLst/>
                        </a:rPr>
                        <a:t>운영체제</a:t>
                      </a:r>
                      <a:endParaRPr lang="ko-KR" sz="20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8488749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009C889-34E4-8509-5A10-706484ED9FED}"/>
              </a:ext>
            </a:extLst>
          </p:cNvPr>
          <p:cNvSpPr txBox="1"/>
          <p:nvPr/>
        </p:nvSpPr>
        <p:spPr>
          <a:xfrm>
            <a:off x="3810000" y="2226235"/>
            <a:ext cx="2743200" cy="646331"/>
          </a:xfrm>
          <a:prstGeom prst="rect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1"/>
              <a:t>개발 인프라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1AC836-FBA9-7A40-6075-CE3C31FFC8C7}"/>
              </a:ext>
            </a:extLst>
          </p:cNvPr>
          <p:cNvSpPr txBox="1"/>
          <p:nvPr/>
        </p:nvSpPr>
        <p:spPr>
          <a:xfrm>
            <a:off x="13175444" y="1427110"/>
            <a:ext cx="2743200" cy="646331"/>
          </a:xfrm>
          <a:prstGeom prst="rect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1"/>
              <a:t>테스트 결과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2ACCDFB-EC00-857C-9CCD-9D85748A120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9" t="319" r="1534" b="1009"/>
          <a:stretch/>
        </p:blipFill>
        <p:spPr bwMode="auto">
          <a:xfrm>
            <a:off x="10896600" y="2319563"/>
            <a:ext cx="6850844" cy="60198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871396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7493F-293D-389A-BAD9-651CC3896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03C54EE-45E9-3B4F-CFA2-F53DFC2BDFF0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38A0669-3114-3549-BFC2-D2E6EA4BC0D3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AB7649F-13F2-F1AD-4D67-554A659ABFE8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2FC81148-6504-AD9E-C01A-B58E420384CE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687E2C2-2F8C-48BD-1471-F60F1B9C5E1E}"/>
              </a:ext>
            </a:extLst>
          </p:cNvPr>
          <p:cNvSpPr txBox="1"/>
          <p:nvPr/>
        </p:nvSpPr>
        <p:spPr>
          <a:xfrm>
            <a:off x="0" y="944124"/>
            <a:ext cx="5105400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4.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인프라 및 테스트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64D5D8F-4541-9314-F19F-9AF3CD460C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00"/>
          <a:stretch/>
        </p:blipFill>
        <p:spPr>
          <a:xfrm>
            <a:off x="8763000" y="125236"/>
            <a:ext cx="9144000" cy="974080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1BB6165-5331-C768-9461-CB0517F9E698}"/>
              </a:ext>
            </a:extLst>
          </p:cNvPr>
          <p:cNvSpPr txBox="1"/>
          <p:nvPr/>
        </p:nvSpPr>
        <p:spPr>
          <a:xfrm>
            <a:off x="8764832" y="342900"/>
            <a:ext cx="3654358" cy="2225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E367CA-275B-B529-EFFD-DDEDC4D293AA}"/>
              </a:ext>
            </a:extLst>
          </p:cNvPr>
          <p:cNvSpPr txBox="1"/>
          <p:nvPr/>
        </p:nvSpPr>
        <p:spPr>
          <a:xfrm>
            <a:off x="15316200" y="2628900"/>
            <a:ext cx="2057400" cy="2225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DA3A6D20-87AD-373C-BBA5-F379B9A8C2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302" b="14979"/>
          <a:stretch/>
        </p:blipFill>
        <p:spPr>
          <a:xfrm>
            <a:off x="406940" y="1969168"/>
            <a:ext cx="6629400" cy="344778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C158911-F7C5-C7BA-B7F5-8B5A6141734A}"/>
              </a:ext>
            </a:extLst>
          </p:cNvPr>
          <p:cNvSpPr txBox="1"/>
          <p:nvPr/>
        </p:nvSpPr>
        <p:spPr>
          <a:xfrm>
            <a:off x="0" y="5514079"/>
            <a:ext cx="7848600" cy="523220"/>
          </a:xfrm>
          <a:prstGeom prst="rect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2800" b="1"/>
              <a:t>트래픽을 의도적으로 발생 시키기 위한 기능 반복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0E488F-29B1-F140-31BC-3FF1DBFDBFD5}"/>
              </a:ext>
            </a:extLst>
          </p:cNvPr>
          <p:cNvSpPr txBox="1"/>
          <p:nvPr/>
        </p:nvSpPr>
        <p:spPr>
          <a:xfrm>
            <a:off x="0" y="8087893"/>
            <a:ext cx="8686800" cy="1569660"/>
          </a:xfrm>
          <a:prstGeom prst="rect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400" b="1"/>
              <a:t>Kubernetes</a:t>
            </a:r>
            <a:r>
              <a:rPr lang="ko-KR" altLang="en-US" sz="2400" b="1"/>
              <a:t> 상에서 </a:t>
            </a:r>
            <a:r>
              <a:rPr lang="en-US" altLang="ko-KR" sz="2400" b="1"/>
              <a:t>Pod</a:t>
            </a:r>
            <a:r>
              <a:rPr lang="ko-KR" altLang="en-US" sz="2400" b="1"/>
              <a:t>의 배치와 상태를 확인할 수 있음</a:t>
            </a:r>
            <a:endParaRPr lang="en-US" altLang="ko-KR" sz="2400" b="1"/>
          </a:p>
          <a:p>
            <a:endParaRPr lang="en-US" altLang="ko-KR" sz="2400" b="1"/>
          </a:p>
          <a:p>
            <a:r>
              <a:rPr lang="en-US" altLang="ko-KR" sz="2400" b="1"/>
              <a:t>Kubernetes</a:t>
            </a:r>
            <a:r>
              <a:rPr lang="ko-KR" altLang="en-US" sz="2400" b="1"/>
              <a:t> </a:t>
            </a:r>
            <a:r>
              <a:rPr lang="en-US" altLang="ko-KR" sz="2400" b="1"/>
              <a:t>Replicaset:</a:t>
            </a:r>
            <a:r>
              <a:rPr lang="ko-KR" altLang="en-US" sz="2400" b="1"/>
              <a:t> 일정 개수의 파드를 유지시키는 컨트롤러</a:t>
            </a:r>
            <a:endParaRPr lang="en-US" altLang="ko-KR" sz="2400" b="1"/>
          </a:p>
          <a:p>
            <a:r>
              <a:rPr lang="ko-KR" altLang="en-US" sz="2400" b="1"/>
              <a:t>해당 </a:t>
            </a:r>
            <a:r>
              <a:rPr lang="en-US" altLang="ko-KR" sz="2400" b="1"/>
              <a:t>NamepSpace </a:t>
            </a:r>
            <a:r>
              <a:rPr lang="ko-KR" altLang="en-US" sz="2400" b="1"/>
              <a:t>에서 실행 중인 </a:t>
            </a:r>
            <a:r>
              <a:rPr lang="en-US" altLang="ko-KR" sz="2400" b="1"/>
              <a:t>ReplicaSet </a:t>
            </a:r>
            <a:r>
              <a:rPr lang="ko-KR" altLang="en-US" sz="2400" b="1"/>
              <a:t>상태를 보여줌</a:t>
            </a:r>
          </a:p>
        </p:txBody>
      </p:sp>
      <p:sp>
        <p:nvSpPr>
          <p:cNvPr id="26" name="화살표: 오른쪽 25">
            <a:extLst>
              <a:ext uri="{FF2B5EF4-FFF2-40B4-BE49-F238E27FC236}">
                <a16:creationId xmlns:a16="http://schemas.microsoft.com/office/drawing/2014/main" id="{49389A65-98AD-E653-F429-6B890AC4C368}"/>
              </a:ext>
            </a:extLst>
          </p:cNvPr>
          <p:cNvSpPr/>
          <p:nvPr/>
        </p:nvSpPr>
        <p:spPr>
          <a:xfrm rot="19900921">
            <a:off x="5764266" y="6740064"/>
            <a:ext cx="2696434" cy="566692"/>
          </a:xfrm>
          <a:prstGeom prst="rightArrow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1880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D2EE7-A89D-B7F8-E59C-812F93CE8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516A71F-3B8F-896B-2591-CDD836275386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BA33191-20E2-6D6A-43D1-0B927190835C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8783920-7B62-1E79-15A4-0EB3DE6F2278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AutoShape 9">
            <a:extLst>
              <a:ext uri="{FF2B5EF4-FFF2-40B4-BE49-F238E27FC236}">
                <a16:creationId xmlns:a16="http://schemas.microsoft.com/office/drawing/2014/main" id="{8E12756D-B154-4FB7-76A4-E7B8D4412D22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748F73AA-24F2-5015-4E34-C414358F7709}"/>
              </a:ext>
            </a:extLst>
          </p:cNvPr>
          <p:cNvSpPr txBox="1"/>
          <p:nvPr/>
        </p:nvSpPr>
        <p:spPr>
          <a:xfrm>
            <a:off x="76200" y="896534"/>
            <a:ext cx="7391400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5.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결론 및 향후 계획</a:t>
            </a:r>
            <a:r>
              <a:rPr lang="en-US" altLang="ko-KR" sz="40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endParaRPr lang="en-US" sz="40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62B1D7-AE9D-E2B6-0A4E-004355D5FC84}"/>
              </a:ext>
            </a:extLst>
          </p:cNvPr>
          <p:cNvSpPr txBox="1"/>
          <p:nvPr/>
        </p:nvSpPr>
        <p:spPr>
          <a:xfrm>
            <a:off x="419099" y="2073891"/>
            <a:ext cx="17868901" cy="889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000"/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altLang="ko-KR" sz="4000">
                <a:solidFill>
                  <a:srgbClr val="0070C0"/>
                </a:solidFill>
              </a:rPr>
              <a:t>Spring Cloud </a:t>
            </a:r>
            <a:r>
              <a:rPr lang="ko-KR" altLang="en-US" sz="4000"/>
              <a:t>기반의 마이크로서비스를 통해 결합도를 낮추고 </a:t>
            </a:r>
            <a:r>
              <a:rPr lang="ko-KR" altLang="en-US" sz="4000">
                <a:solidFill>
                  <a:srgbClr val="FF0000"/>
                </a:solidFill>
              </a:rPr>
              <a:t>민첩성 확장성</a:t>
            </a:r>
            <a:r>
              <a:rPr lang="ko-KR" altLang="en-US" sz="4000"/>
              <a:t>을 확보했다</a:t>
            </a:r>
            <a:r>
              <a:rPr lang="en-US" altLang="ko-KR" sz="4000"/>
              <a:t>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000"/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000"/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altLang="ko-KR" sz="4000">
                <a:solidFill>
                  <a:srgbClr val="0070C0"/>
                </a:solidFill>
              </a:rPr>
              <a:t>Kubernetes</a:t>
            </a:r>
            <a:r>
              <a:rPr lang="ko-KR" altLang="en-US" sz="4000"/>
              <a:t>를 활용한 오케스트레이션과 오토스케일링 기술을 적용해 </a:t>
            </a:r>
            <a:r>
              <a:rPr lang="ko-KR" altLang="en-US" sz="4000">
                <a:solidFill>
                  <a:srgbClr val="FF0000"/>
                </a:solidFill>
              </a:rPr>
              <a:t>동적 할당</a:t>
            </a:r>
            <a:r>
              <a:rPr lang="ko-KR" altLang="en-US" sz="4000"/>
              <a:t>과 </a:t>
            </a:r>
            <a:r>
              <a:rPr lang="ko-KR" altLang="en-US" sz="4000">
                <a:solidFill>
                  <a:srgbClr val="FF0000"/>
                </a:solidFill>
              </a:rPr>
              <a:t>안정적인 운영</a:t>
            </a:r>
            <a:r>
              <a:rPr lang="ko-KR" altLang="en-US" sz="4000"/>
              <a:t>이 가능해졌다</a:t>
            </a:r>
            <a:r>
              <a:rPr lang="en-US" altLang="ko-KR" sz="4000"/>
              <a:t>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000"/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000"/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ko-KR" altLang="en-US" sz="4000"/>
              <a:t>향후 추가적으로 모니터링 도구의 도입이나 물리적 워커노드의 추가로 더 가용성 있는 아키텍처를 완성 가능하다</a:t>
            </a:r>
            <a:r>
              <a:rPr lang="en-US" altLang="ko-KR" sz="4000"/>
              <a:t>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400"/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400"/>
          </a:p>
          <a:p>
            <a:endParaRPr lang="ko-KR" altLang="en-US" sz="4400"/>
          </a:p>
        </p:txBody>
      </p:sp>
    </p:spTree>
    <p:extLst>
      <p:ext uri="{BB962C8B-B14F-4D97-AF65-F5344CB8AC3E}">
        <p14:creationId xmlns:p14="http://schemas.microsoft.com/office/powerpoint/2010/main" val="2346988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solidFill>
          <a:schemeClr val="bg1"/>
        </a:solidFill>
        <a:ln w="28575">
          <a:solidFill>
            <a:schemeClr val="tx1"/>
          </a:solidFill>
        </a:ln>
      </a:spPr>
      <a:bodyPr wrap="square" rtlCol="0">
        <a:spAutoFit/>
      </a:bodyPr>
      <a:lstStyle>
        <a:defPPr algn="ctr">
          <a:defRPr sz="240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6270</TotalTime>
  <Words>640</Words>
  <Application>Microsoft Office PowerPoint</Application>
  <PresentationFormat>사용자 지정</PresentationFormat>
  <Paragraphs>213</Paragraphs>
  <Slides>19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7" baseType="lpstr">
      <vt:lpstr>맑은 고딕</vt:lpstr>
      <vt:lpstr>나눔고딕</vt:lpstr>
      <vt:lpstr>Wingdings</vt:lpstr>
      <vt:lpstr>Calibri</vt:lpstr>
      <vt:lpstr>Glacial Indifference</vt:lpstr>
      <vt:lpstr>Arial</vt:lpstr>
      <vt:lpstr>윤고딕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블랙 화이트 심플한 비지니스 프로젝트 프레젠테이션</dc:title>
  <cp:lastModifiedBy>동균 유</cp:lastModifiedBy>
  <cp:revision>14</cp:revision>
  <cp:lastPrinted>2025-05-15T02:50:12Z</cp:lastPrinted>
  <dcterms:created xsi:type="dcterms:W3CDTF">2006-08-16T00:00:00Z</dcterms:created>
  <dcterms:modified xsi:type="dcterms:W3CDTF">2025-11-16T14:18:23Z</dcterms:modified>
  <dc:identifier>DAGnarjZHOY</dc:identifier>
</cp:coreProperties>
</file>